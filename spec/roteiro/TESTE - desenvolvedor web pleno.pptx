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media/image1.jpeg" ContentType="image/jpeg"/>
  <Override PartName="/ppt/media/image3.png" ContentType="image/png"/>
  <Override PartName="/ppt/media/image7.png" ContentType="image/png"/>
  <Override PartName="/ppt/media/image4.jpeg" ContentType="image/jpeg"/>
  <Override PartName="/ppt/media/image5.jpeg" ContentType="image/jpeg"/>
  <Override PartName="/ppt/media/image6.jpeg" ContentType="image/jpeg"/>
  <Override PartName="/ppt/media/image8.png" ContentType="image/png"/>
  <Override PartName="/ppt/media/image9.png" ContentType="image/png"/>
  <Override PartName="/ppt/media/image2.png" ContentType="image/png"/>
  <Override PartName="/ppt/slideLayouts/slideLayout2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_rels/slideLayout3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6.xml.rels" ContentType="application/vnd.openxmlformats-package.relationships+xml"/>
  <Override PartName="/ppt/slideLayouts/slideLayout39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19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8.xml" ContentType="application/vnd.openxmlformats-officedocument.presentationml.slide+xml"/>
  <Override PartName="/ppt/slides/slide3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4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9144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046360" cy="39772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nly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3204000" y="4869360"/>
            <a:ext cx="6336360" cy="7120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AndObj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9" name="PlaceHolder 4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AndTwoObj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Over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564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ver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fourObj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046360" cy="39772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nly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3204000" y="4869360"/>
            <a:ext cx="6336360" cy="7120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AndObj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AndTwoObj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Over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564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ver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fourObj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70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71" name="PlaceHolder 5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74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046360" cy="39772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nly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subTitle"/>
          </p:nvPr>
        </p:nvSpPr>
        <p:spPr>
          <a:xfrm>
            <a:off x="3204000" y="4869360"/>
            <a:ext cx="6336360" cy="7120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AndObj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AndTwoObj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Over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564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ver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fourObj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0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05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06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07" name="PlaceHolder 5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2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046360" cy="39772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nly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ubTitle"/>
          </p:nvPr>
        </p:nvSpPr>
        <p:spPr>
          <a:xfrm>
            <a:off x="3204000" y="4869360"/>
            <a:ext cx="6336360" cy="712080"/>
          </a:xfrm>
          <a:prstGeom prst="rect">
            <a:avLst/>
          </a:prstGeom>
        </p:spPr>
        <p:txBody>
          <a:bodyPr anchor="ctr" bIns="0" lIns="0" rIns="0" tIns="0" wrap="none"/>
          <a:p>
            <a:pPr algn="ctr"/>
            <a:endParaRPr/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AndObj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33" name="PlaceHolder 4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AndTwoObj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397692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36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37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woObjOver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41" name="PlaceHolder 4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564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Over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44" name="PlaceHolder 3"/>
          <p:cNvSpPr>
            <a:spLocks noGrp="1"/>
          </p:cNvSpPr>
          <p:nvPr>
            <p:ph type="body"/>
          </p:nvPr>
        </p:nvSpPr>
        <p:spPr>
          <a:xfrm>
            <a:off x="457200" y="3681360"/>
            <a:ext cx="80463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fourObj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457992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457200" y="368136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blank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3204000" y="4784040"/>
            <a:ext cx="6336360" cy="1250280"/>
          </a:xfrm>
          <a:prstGeom prst="rect">
            <a:avLst/>
          </a:prstGeom>
        </p:spPr>
        <p:txBody>
          <a:bodyPr anchor="ctr" bIns="0" lIns="0" rIns="0" tIns="0" wrap="none"/>
          <a:p>
            <a:endParaRPr/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  <p:sp>
        <p:nvSpPr>
          <p:cNvPr id="152" name="PlaceHolder 3"/>
          <p:cNvSpPr>
            <a:spLocks noGrp="1"/>
          </p:cNvSpPr>
          <p:nvPr>
            <p:ph type="body"/>
          </p:nvPr>
        </p:nvSpPr>
        <p:spPr>
          <a:xfrm>
            <a:off x="4579920" y="1604520"/>
            <a:ext cx="3926160" cy="1896480"/>
          </a:xfrm>
          <a:prstGeom prst="rect">
            <a:avLst/>
          </a:prstGeom>
        </p:spPr>
        <p:txBody>
          <a:bodyPr bIns="0" lIns="0" rIns="0" tIns="0" wrap="none"/>
          <a:p>
            <a:endParaRPr/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4.jpe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" id="0" name="Picture 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640" cy="6857640"/>
          </a:xfrm>
          <a:prstGeom prst="rect">
            <a:avLst/>
          </a:prstGeom>
        </p:spPr>
      </p:pic>
      <p:sp>
        <p:nvSpPr>
          <p:cNvPr id="1" name="CustomShape 1"/>
          <p:cNvSpPr/>
          <p:nvPr/>
        </p:nvSpPr>
        <p:spPr>
          <a:xfrm>
            <a:off x="0" y="0"/>
            <a:ext cx="9143640" cy="3214440"/>
          </a:xfrm>
          <a:prstGeom prst="rect">
            <a:avLst/>
          </a:prstGeom>
          <a:solidFill>
            <a:srgbClr val="232323"/>
          </a:solidFill>
          <a:ln w="9360">
            <a:solidFill>
              <a:srgbClr val="000000"/>
            </a:solidFill>
            <a:round/>
          </a:ln>
        </p:spPr>
      </p:sp>
      <p:pic>
        <p:nvPicPr>
          <p:cNvPr descr="" id="2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611280" y="642960"/>
            <a:ext cx="3830400" cy="1636200"/>
          </a:xfrm>
          <a:prstGeom prst="rect">
            <a:avLst/>
          </a:prstGeom>
        </p:spPr>
      </p:pic>
      <p:sp>
        <p:nvSpPr>
          <p:cNvPr id="3" name="CustomShape 2"/>
          <p:cNvSpPr/>
          <p:nvPr/>
        </p:nvSpPr>
        <p:spPr>
          <a:xfrm>
            <a:off x="2411280" y="2803680"/>
            <a:ext cx="4662000" cy="785520"/>
          </a:xfrm>
          <a:prstGeom prst="rect">
            <a:avLst/>
          </a:prstGeom>
          <a:solidFill>
            <a:srgbClr val="1e4649"/>
          </a:solidFill>
        </p:spPr>
      </p:sp>
      <p:pic>
        <p:nvPicPr>
          <p:cNvPr descr="" id="4" name="Picture 7"/>
          <p:cNvPicPr/>
          <p:nvPr/>
        </p:nvPicPr>
        <p:blipFill>
          <a:blip r:embed="rId4"/>
          <a:stretch>
            <a:fillRect/>
          </a:stretch>
        </p:blipFill>
        <p:spPr>
          <a:xfrm>
            <a:off x="1081080" y="4005360"/>
            <a:ext cx="7322760" cy="1726920"/>
          </a:xfrm>
          <a:prstGeom prst="rect">
            <a:avLst/>
          </a:prstGeom>
        </p:spPr>
      </p:pic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2438640" y="2781000"/>
            <a:ext cx="4607640" cy="791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buSzPct val="45000"/>
              <a:buFont typeface="StarSymbol"/>
              <a:buChar char=""/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Clique para editar o formato do texto da estrutura de tópicos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2.º Nível da estrutura de tópicos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3.º Nível da estrutura de tópicos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4.º Nível da estrutura de tópicos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5.º Nível da estrutura de tópicos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6.º Nível da estrutura de tópicos</a:t>
            </a:r>
            <a:endParaRPr/>
          </a:p>
          <a:p>
            <a:pPr algn="ctr">
              <a:lnSpc>
                <a:spcPct val="100000"/>
              </a:lnSpc>
            </a:pPr>
            <a:r>
              <a:rPr b="1" lang="pt-BR" sz="2400">
                <a:solidFill>
                  <a:srgbClr val="ffc000"/>
                </a:solidFill>
                <a:latin typeface="Arial Narrow"/>
              </a:rPr>
              <a:t>7.º Nível da estrutura de tópicosPLATAFORMA  ATHEVA</a:t>
            </a:r>
            <a:endParaRPr/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anchor="ctr" bIns="0" lIns="0" rIns="0" tIns="0" wrap="none"/>
          <a:p>
            <a:r>
              <a:rPr lang="pt-BR"/>
              <a:t>Clique para editar o formato do texto do título</a:t>
            </a:r>
            <a:endParaRPr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" id="39" name="Picture 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640" cy="6857640"/>
          </a:xfrm>
          <a:prstGeom prst="rect">
            <a:avLst/>
          </a:prstGeom>
        </p:spPr>
      </p:pic>
      <p:sp>
        <p:nvSpPr>
          <p:cNvPr id="40" name="CustomShape 1"/>
          <p:cNvSpPr/>
          <p:nvPr/>
        </p:nvSpPr>
        <p:spPr>
          <a:xfrm>
            <a:off x="8604360" y="6253920"/>
            <a:ext cx="539280" cy="415080"/>
          </a:xfrm>
          <a:prstGeom prst="rect">
            <a:avLst/>
          </a:prstGeom>
          <a:gradFill>
            <a:gsLst>
              <a:gs pos="0">
                <a:srgbClr val="ffbf00"/>
              </a:gs>
              <a:gs pos="50000">
                <a:srgbClr val="977100"/>
              </a:gs>
              <a:gs pos="100000">
                <a:srgbClr val="ffbf00"/>
              </a:gs>
            </a:gsLst>
            <a:lin ang="10800000"/>
          </a:gradFill>
        </p:spPr>
      </p:sp>
      <p:sp>
        <p:nvSpPr>
          <p:cNvPr id="41" name="PlaceHolder 2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anchor="ctr" bIns="0" lIns="0" rIns="0" tIns="0" wrap="none"/>
          <a:p>
            <a:r>
              <a:rPr lang="pt-BR"/>
              <a:t>Clique para editar o formato do texto do título</a:t>
            </a:r>
            <a:endParaRPr/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3976920"/>
          </a:xfrm>
          <a:prstGeom prst="rect">
            <a:avLst/>
          </a:prstGeom>
        </p:spPr>
        <p:txBody>
          <a:bodyPr bIns="0" lIns="0" rIns="0" tIns="0" wrap="none"/>
          <a:p>
            <a:pPr>
              <a:buSzPct val="45000"/>
              <a:buFont typeface="StarSymbol"/>
              <a:buChar char=""/>
            </a:pPr>
            <a:r>
              <a:rPr lang="pt-BR"/>
              <a:t>Clique para editar o formato do texto da estrutura de tópicos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pt-BR"/>
              <a:t>2.º Nível da estrutura de tópicos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pt-BR"/>
              <a:t>3.º Nível da estrutura de tópicos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pt-BR"/>
              <a:t>4.º Nível da estrutura de tópicos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pt-BR"/>
              <a:t>5.º Nível da estrutura de tópicos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pt-BR"/>
              <a:t>6.º Nível da estrutura de tópicos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pt-BR"/>
              <a:t>7.º Nível da estrutura de tópicos</a:t>
            </a:r>
            <a:endParaRPr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" id="75" name="Picture 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640" cy="6857640"/>
          </a:xfrm>
          <a:prstGeom prst="rect">
            <a:avLst/>
          </a:prstGeom>
        </p:spPr>
      </p:pic>
      <p:sp>
        <p:nvSpPr>
          <p:cNvPr id="76" name="CustomShape 1"/>
          <p:cNvSpPr/>
          <p:nvPr/>
        </p:nvSpPr>
        <p:spPr>
          <a:xfrm>
            <a:off x="9144000" y="6165360"/>
            <a:ext cx="9143640" cy="6165000"/>
          </a:xfrm>
          <a:prstGeom prst="rect">
            <a:avLst/>
          </a:prstGeom>
          <a:gradFill>
            <a:gsLst>
              <a:gs pos="0">
                <a:srgbClr val="ffb208"/>
              </a:gs>
              <a:gs pos="50000">
                <a:srgbClr val="9c6c00"/>
              </a:gs>
              <a:gs pos="100000">
                <a:srgbClr val="ffb208"/>
              </a:gs>
            </a:gsLst>
            <a:lin ang="10800000"/>
          </a:gradFill>
        </p:spPr>
      </p:sp>
      <p:sp>
        <p:nvSpPr>
          <p:cNvPr id="77" name="PlaceHolder 2"/>
          <p:cNvSpPr>
            <a:spLocks noGrp="1"/>
          </p:cNvSpPr>
          <p:nvPr>
            <p:ph type="title"/>
          </p:nvPr>
        </p:nvSpPr>
        <p:spPr>
          <a:xfrm>
            <a:off x="3204000" y="4869360"/>
            <a:ext cx="6336360" cy="1079640"/>
          </a:xfrm>
          <a:prstGeom prst="rect">
            <a:avLst/>
          </a:prstGeom>
        </p:spPr>
        <p:txBody>
          <a:bodyPr anchor="ctr" bIns="360000" lIns="360000" rIns="720000" tIns="360000"/>
          <a:p>
            <a:pPr algn="ctr">
              <a:lnSpc>
                <a:spcPct val="100000"/>
              </a:lnSpc>
            </a:pPr>
            <a:r>
              <a:rPr b="1" lang="pt-BR" sz="8000">
                <a:solidFill>
                  <a:srgbClr val="1d1d11"/>
                </a:solidFill>
                <a:latin typeface="Trebuchet MS"/>
              </a:rPr>
              <a:t>Clique para editar o formato do texto do títuloTítulo</a:t>
            </a:r>
            <a:endParaRPr/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046360" cy="3976920"/>
          </a:xfrm>
          <a:prstGeom prst="rect">
            <a:avLst/>
          </a:prstGeom>
        </p:spPr>
        <p:txBody>
          <a:bodyPr bIns="0" lIns="0" rIns="0" tIns="0" wrap="none"/>
          <a:p>
            <a:pPr>
              <a:buSzPct val="45000"/>
              <a:buFont typeface="StarSymbol"/>
              <a:buChar char=""/>
            </a:pPr>
            <a:r>
              <a:rPr lang="pt-BR"/>
              <a:t>Clique para editar o formato do texto da estrutura de tópicos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pt-BR"/>
              <a:t>2.º Nível da estrutura de tópicos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pt-BR"/>
              <a:t>3.º Nível da estrutura de tópicos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pt-BR"/>
              <a:t>4.º Nível da estrutura de tópicos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pt-BR"/>
              <a:t>5.º Nível da estrutura de tópicos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pt-BR"/>
              <a:t>6.º Nível da estrutura de tópicos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pt-BR"/>
              <a:t>7.º Nível da estrutura de tópicos</a:t>
            </a:r>
            <a:endParaRPr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" id="111" name="Picture 7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3640" cy="6857640"/>
          </a:xfrm>
          <a:prstGeom prst="rect">
            <a:avLst/>
          </a:prstGeom>
        </p:spPr>
      </p:pic>
      <p:sp>
        <p:nvSpPr>
          <p:cNvPr id="112" name="CustomShape 1"/>
          <p:cNvSpPr/>
          <p:nvPr/>
        </p:nvSpPr>
        <p:spPr>
          <a:xfrm>
            <a:off x="468000" y="1124640"/>
            <a:ext cx="8279640" cy="4968360"/>
          </a:xfrm>
          <a:prstGeom prst="rect">
            <a:avLst/>
          </a:prstGeom>
          <a:solidFill>
            <a:srgbClr val="bfbfbf"/>
          </a:solidFill>
        </p:spPr>
      </p:sp>
      <p:sp>
        <p:nvSpPr>
          <p:cNvPr id="113" name="CustomShape 2"/>
          <p:cNvSpPr/>
          <p:nvPr/>
        </p:nvSpPr>
        <p:spPr>
          <a:xfrm>
            <a:off x="0" y="44640"/>
            <a:ext cx="4859640" cy="359640"/>
          </a:xfrm>
          <a:prstGeom prst="rect">
            <a:avLst>
              <a:gd fmla="val 50000" name="adj"/>
            </a:avLst>
          </a:prstGeom>
          <a:solidFill>
            <a:srgbClr val="262626"/>
          </a:solidFill>
        </p:spPr>
      </p:sp>
      <p:sp>
        <p:nvSpPr>
          <p:cNvPr id="114" name="CustomShape 3"/>
          <p:cNvSpPr/>
          <p:nvPr/>
        </p:nvSpPr>
        <p:spPr>
          <a:xfrm>
            <a:off x="0" y="404640"/>
            <a:ext cx="6876000" cy="575640"/>
          </a:xfrm>
          <a:prstGeom prst="rect">
            <a:avLst>
              <a:gd fmla="val 50000" name="adj"/>
            </a:avLst>
          </a:prstGeom>
          <a:solidFill>
            <a:srgbClr val="ffcc00"/>
          </a:solidFill>
        </p:spPr>
      </p:sp>
      <p:sp>
        <p:nvSpPr>
          <p:cNvPr id="115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4643640" cy="404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buSzPct val="45000"/>
              <a:buFont typeface="StarSymbol"/>
              <a:buChar char=""/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Clique para editar o formato do texto da estrutura de tópicos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2.º Nível da estrutura de tópicos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3.º Nível da estrutura de tópicos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4.º Nível da estrutura de tópicos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5.º Nível da estrutura de tópicos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6.º Nível da estrutura de tópicos</a:t>
            </a:r>
            <a:endParaRPr/>
          </a:p>
          <a:p>
            <a:pPr>
              <a:lnSpc>
                <a:spcPct val="100000"/>
              </a:lnSpc>
            </a:pPr>
            <a:r>
              <a:rPr lang="pt-BR" sz="1600">
                <a:solidFill>
                  <a:srgbClr val="ffffff"/>
                </a:solidFill>
                <a:latin typeface="Trebuchet MS"/>
              </a:rPr>
              <a:t>7.º Nível da estrutura de tópicosMenu</a:t>
            </a:r>
            <a:endParaRPr/>
          </a:p>
        </p:txBody>
      </p:sp>
      <p:sp>
        <p:nvSpPr>
          <p:cNvPr id="116" name="PlaceHolder 5"/>
          <p:cNvSpPr>
            <a:spLocks noGrp="1"/>
          </p:cNvSpPr>
          <p:nvPr>
            <p:ph type="body"/>
          </p:nvPr>
        </p:nvSpPr>
        <p:spPr>
          <a:xfrm>
            <a:off x="395280" y="422640"/>
            <a:ext cx="6408360" cy="539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buSzPct val="45000"/>
              <a:buFont typeface="StarSymbol"/>
              <a:buChar char=""/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Clique para editar o formato do texto da estrutura de tópicos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2.º Nível da estrutura de tópicos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3.º Nível da estrutura de tópicos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4.º Nível da estrutura de tópicos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5.º Nível da estrutura de tópicos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6.º Nível da estrutura de tópicos</a:t>
            </a:r>
            <a:endParaRPr/>
          </a:p>
          <a:p>
            <a:pPr>
              <a:lnSpc>
                <a:spcPct val="100000"/>
              </a:lnSpc>
            </a:pPr>
            <a:r>
              <a:rPr b="1" lang="pt-BR" sz="3200">
                <a:solidFill>
                  <a:srgbClr val="000000"/>
                </a:solidFill>
                <a:latin typeface="Trebuchet MS"/>
              </a:rPr>
              <a:t>7.º Nível da estrutura de tópicosTítulo</a:t>
            </a:r>
            <a:endParaRPr/>
          </a:p>
        </p:txBody>
      </p:sp>
      <p:sp>
        <p:nvSpPr>
          <p:cNvPr id="117" name="CustomShape 6"/>
          <p:cNvSpPr/>
          <p:nvPr/>
        </p:nvSpPr>
        <p:spPr>
          <a:xfrm>
            <a:off x="8604360" y="6253920"/>
            <a:ext cx="539280" cy="415080"/>
          </a:xfrm>
          <a:prstGeom prst="rect">
            <a:avLst/>
          </a:prstGeom>
          <a:gradFill>
            <a:gsLst>
              <a:gs pos="0">
                <a:srgbClr val="ffbf00"/>
              </a:gs>
              <a:gs pos="50000">
                <a:srgbClr val="977100"/>
              </a:gs>
              <a:gs pos="100000">
                <a:srgbClr val="ffbf00"/>
              </a:gs>
            </a:gsLst>
            <a:lin ang="10800000"/>
          </a:gradFill>
        </p:spPr>
      </p:sp>
      <p:sp>
        <p:nvSpPr>
          <p:cNvPr id="118" name="CustomShape 7"/>
          <p:cNvSpPr/>
          <p:nvPr/>
        </p:nvSpPr>
        <p:spPr>
          <a:xfrm>
            <a:off x="8892360" y="836640"/>
            <a:ext cx="1583640" cy="836280"/>
          </a:xfrm>
          <a:prstGeom prst="rect">
            <a:avLst>
              <a:gd fmla="val 16667" name="adj1"/>
              <a:gd fmla="val 0" name="adj2"/>
            </a:avLst>
          </a:prstGeom>
          <a:solidFill>
            <a:srgbClr val="ffffff"/>
          </a:solidFill>
        </p:spPr>
      </p:sp>
      <p:pic>
        <p:nvPicPr>
          <p:cNvPr descr="" id="119" name="Picture 2"/>
          <p:cNvPicPr/>
          <p:nvPr/>
        </p:nvPicPr>
        <p:blipFill>
          <a:blip r:embed="rId3"/>
          <a:stretch>
            <a:fillRect/>
          </a:stretch>
        </p:blipFill>
        <p:spPr>
          <a:xfrm>
            <a:off x="7566480" y="110880"/>
            <a:ext cx="1109520" cy="614880"/>
          </a:xfrm>
          <a:prstGeom prst="rect">
            <a:avLst/>
          </a:prstGeom>
        </p:spPr>
      </p:pic>
      <p:sp>
        <p:nvSpPr>
          <p:cNvPr id="120" name="PlaceHolder 8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</p:spPr>
        <p:txBody>
          <a:bodyPr anchor="ctr" bIns="0" lIns="0" rIns="0" tIns="0" wrap="none"/>
          <a:p>
            <a:r>
              <a:rPr lang="pt-BR"/>
              <a:t>Clique para editar o formato do texto do título</a:t>
            </a:r>
            <a:endParaRPr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sgrilli@atheva.com.br" TargetMode="External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Shape 1"/>
          <p:cNvSpPr txBox="1"/>
          <p:nvPr/>
        </p:nvSpPr>
        <p:spPr>
          <a:xfrm>
            <a:off x="2438640" y="2781000"/>
            <a:ext cx="4607640" cy="791640"/>
          </a:xfrm>
          <a:prstGeom prst="rect">
            <a:avLst/>
          </a:prstGeom>
        </p:spPr>
        <p:txBody>
          <a:bodyPr anchor="ctr" bIns="45000" lIns="90000" rIns="90000" tIns="45000"/>
          <a:p>
            <a:pPr algn="ctr">
              <a:lnSpc>
                <a:spcPct val="100000"/>
              </a:lnSpc>
            </a:pPr>
            <a:r>
              <a:rPr lang="pt-BR" sz="2400">
                <a:solidFill>
                  <a:srgbClr val="f2f2f2"/>
                </a:solidFill>
                <a:latin typeface="Arial Narrow"/>
              </a:rPr>
              <a:t>TESTE</a:t>
            </a:r>
            <a:endParaRPr/>
          </a:p>
          <a:p>
            <a:pPr algn="ctr">
              <a:lnSpc>
                <a:spcPct val="100000"/>
              </a:lnSpc>
            </a:pPr>
            <a:r>
              <a:rPr b="1" lang="pt-BR">
                <a:solidFill>
                  <a:srgbClr val="ffc000"/>
                </a:solidFill>
                <a:latin typeface="Arial Narrow"/>
              </a:rPr>
              <a:t>Desenvolvedor web pleno</a:t>
            </a:r>
            <a:endParaRPr/>
          </a:p>
        </p:txBody>
      </p:sp>
      <p:sp>
        <p:nvSpPr>
          <p:cNvPr id="154" name="CustomShape 2"/>
          <p:cNvSpPr/>
          <p:nvPr/>
        </p:nvSpPr>
        <p:spPr>
          <a:xfrm>
            <a:off x="5611680" y="736560"/>
            <a:ext cx="1947600" cy="250200"/>
          </a:xfrm>
          <a:prstGeom prst="rect">
            <a:avLst/>
          </a:prstGeom>
          <a:solidFill>
            <a:srgbClr val="d9d9d9"/>
          </a:solidFill>
        </p:spPr>
        <p:txBody>
          <a:bodyPr bIns="45000" lIns="90000" rIns="90000" tIns="45000"/>
          <a:p>
            <a:pPr algn="ctr">
              <a:lnSpc>
                <a:spcPct val="100000"/>
              </a:lnSpc>
            </a:pPr>
            <a:r>
              <a:rPr b="1" i="1" lang="pt-BR" sz="1050">
                <a:solidFill>
                  <a:srgbClr val="000000"/>
                </a:solidFill>
                <a:latin typeface="Arial"/>
                <a:ea typeface="Verdana"/>
              </a:rPr>
              <a:t>Para maiores informações:</a:t>
            </a:r>
            <a:endParaRPr/>
          </a:p>
        </p:txBody>
      </p:sp>
      <p:sp>
        <p:nvSpPr>
          <p:cNvPr id="155" name="CustomShape 3"/>
          <p:cNvSpPr/>
          <p:nvPr/>
        </p:nvSpPr>
        <p:spPr>
          <a:xfrm>
            <a:off x="5436000" y="990720"/>
            <a:ext cx="3125520" cy="1069920"/>
          </a:xfrm>
          <a:prstGeom prst="rect">
            <a:avLst>
              <a:gd fmla="val 16667" name="adj"/>
            </a:avLst>
          </a:prstGeom>
          <a:solidFill>
            <a:srgbClr val="1e4649"/>
          </a:solidFill>
          <a:ln w="57240">
            <a:solidFill>
              <a:srgbClr val="bfbfbf"/>
            </a:solidFill>
            <a:round/>
          </a:ln>
        </p:spPr>
        <p:txBody>
          <a:bodyPr anchor="ctr" bIns="45000" lIns="90000" rIns="90000" tIns="45000" wrap="none"/>
          <a:p>
            <a:pPr algn="ctr">
              <a:lnSpc>
                <a:spcPct val="100000"/>
              </a:lnSpc>
            </a:pPr>
            <a:endParaRPr/>
          </a:p>
          <a:p>
            <a:pPr algn="ctr">
              <a:lnSpc>
                <a:spcPct val="100000"/>
              </a:lnSpc>
            </a:pPr>
            <a:r>
              <a:rPr b="1" lang="pt-BR" sz="1600">
                <a:solidFill>
                  <a:srgbClr val="d9d9d9"/>
                </a:solidFill>
                <a:latin typeface="Arial Narrow"/>
              </a:rPr>
              <a:t>Bruno Ideguchi</a:t>
            </a:r>
            <a:endParaRPr/>
          </a:p>
          <a:p>
            <a:pPr algn="ctr">
              <a:lnSpc>
                <a:spcPct val="100000"/>
              </a:lnSpc>
            </a:pPr>
            <a:r>
              <a:rPr lang="pt-BR" sz="1400" u="sng">
                <a:solidFill>
                  <a:srgbClr val="bbe0e3"/>
                </a:solidFill>
                <a:latin typeface="Arial Narrow"/>
                <a:hlinkClick r:id="rId1"/>
              </a:rPr>
              <a:t>bideguchi@atheva.com.br</a:t>
            </a:r>
            <a:endParaRPr/>
          </a:p>
          <a:p>
            <a:pPr algn="ctr">
              <a:lnSpc>
                <a:spcPct val="100000"/>
              </a:lnSpc>
            </a:pPr>
            <a:r>
              <a:rPr lang="pt-BR" sz="1400">
                <a:solidFill>
                  <a:srgbClr val="d9d9d9"/>
                </a:solidFill>
                <a:latin typeface="Arial Narrow"/>
              </a:rPr>
              <a:t>Tel:  (011) 3257.0664</a:t>
            </a:r>
            <a:endParaRPr/>
          </a:p>
          <a:p>
            <a:pPr algn="ctr">
              <a:lnSpc>
                <a:spcPct val="100000"/>
              </a:lnSpc>
            </a:pP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CustomShape 1"/>
          <p:cNvSpPr/>
          <p:nvPr/>
        </p:nvSpPr>
        <p:spPr>
          <a:xfrm>
            <a:off x="647640" y="2169000"/>
            <a:ext cx="4788000" cy="539640"/>
          </a:xfrm>
          <a:prstGeom prst="rect">
            <a:avLst>
              <a:gd fmla="val 16667" name="adj"/>
            </a:avLst>
          </a:prstGeom>
          <a:solidFill>
            <a:srgbClr val="ffc000"/>
          </a:solidFill>
        </p:spPr>
      </p:sp>
      <p:sp>
        <p:nvSpPr>
          <p:cNvPr id="157" name="CustomShape 2"/>
          <p:cNvSpPr/>
          <p:nvPr/>
        </p:nvSpPr>
        <p:spPr>
          <a:xfrm>
            <a:off x="36000" y="2169000"/>
            <a:ext cx="1043280" cy="539640"/>
          </a:xfrm>
          <a:prstGeom prst="rect">
            <a:avLst>
              <a:gd fmla="val 50000" name="adj"/>
            </a:avLst>
          </a:prstGeom>
          <a:solidFill>
            <a:srgbClr val="ffffff"/>
          </a:solidFill>
        </p:spPr>
      </p:sp>
      <p:sp>
        <p:nvSpPr>
          <p:cNvPr id="158" name="CustomShape 3"/>
          <p:cNvSpPr/>
          <p:nvPr/>
        </p:nvSpPr>
        <p:spPr>
          <a:xfrm>
            <a:off x="1116000" y="2223000"/>
            <a:ext cx="4247640" cy="431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000">
                <a:solidFill>
                  <a:srgbClr val="000000"/>
                </a:solidFill>
                <a:latin typeface="Trebuchet MS"/>
              </a:rPr>
              <a:t>Roteiro</a:t>
            </a:r>
            <a:endParaRPr/>
          </a:p>
        </p:txBody>
      </p:sp>
      <p:pic>
        <p:nvPicPr>
          <p:cNvPr descr="" id="159" name="Imagem 6"/>
          <p:cNvPicPr/>
          <p:nvPr/>
        </p:nvPicPr>
        <p:blipFill>
          <a:blip r:embed="rId1"/>
          <a:stretch>
            <a:fillRect/>
          </a:stretch>
        </p:blipFill>
        <p:spPr>
          <a:xfrm>
            <a:off x="5796000" y="651600"/>
            <a:ext cx="3347640" cy="5297400"/>
          </a:xfrm>
          <a:prstGeom prst="rect">
            <a:avLst/>
          </a:prstGeom>
        </p:spPr>
      </p:pic>
      <p:pic>
        <p:nvPicPr>
          <p:cNvPr descr="" id="160" name="Picture 2"/>
          <p:cNvPicPr/>
          <p:nvPr/>
        </p:nvPicPr>
        <p:blipFill>
          <a:blip r:embed="rId2"/>
          <a:stretch>
            <a:fillRect/>
          </a:stretch>
        </p:blipFill>
        <p:spPr>
          <a:xfrm>
            <a:off x="5948640" y="849600"/>
            <a:ext cx="3195000" cy="3223080"/>
          </a:xfrm>
          <a:prstGeom prst="rect">
            <a:avLst/>
          </a:prstGeom>
        </p:spPr>
      </p:pic>
      <p:sp>
        <p:nvSpPr>
          <p:cNvPr id="161" name="CustomShape 4"/>
          <p:cNvSpPr/>
          <p:nvPr/>
        </p:nvSpPr>
        <p:spPr>
          <a:xfrm>
            <a:off x="647640" y="1449000"/>
            <a:ext cx="4788000" cy="539640"/>
          </a:xfrm>
          <a:prstGeom prst="rect">
            <a:avLst>
              <a:gd fmla="val 16667" name="adj"/>
            </a:avLst>
          </a:prstGeom>
          <a:solidFill>
            <a:srgbClr val="ffc000"/>
          </a:solidFill>
        </p:spPr>
      </p:sp>
      <p:sp>
        <p:nvSpPr>
          <p:cNvPr id="162" name="CustomShape 5"/>
          <p:cNvSpPr/>
          <p:nvPr/>
        </p:nvSpPr>
        <p:spPr>
          <a:xfrm>
            <a:off x="36000" y="1449000"/>
            <a:ext cx="1043280" cy="539640"/>
          </a:xfrm>
          <a:prstGeom prst="rect">
            <a:avLst>
              <a:gd fmla="val 50000" name="adj"/>
            </a:avLst>
          </a:prstGeom>
          <a:solidFill>
            <a:srgbClr val="ffffff"/>
          </a:solidFill>
        </p:spPr>
      </p:sp>
      <p:sp>
        <p:nvSpPr>
          <p:cNvPr id="163" name="CustomShape 6"/>
          <p:cNvSpPr/>
          <p:nvPr/>
        </p:nvSpPr>
        <p:spPr>
          <a:xfrm>
            <a:off x="0" y="260640"/>
            <a:ext cx="3019680" cy="215640"/>
          </a:xfrm>
          <a:prstGeom prst="rect">
            <a:avLst>
              <a:gd fmla="val 50000" name="adj"/>
            </a:avLst>
          </a:prstGeom>
          <a:solidFill>
            <a:srgbClr val="ffc000"/>
          </a:solidFill>
        </p:spPr>
      </p:sp>
      <p:sp>
        <p:nvSpPr>
          <p:cNvPr id="164" name="CustomShape 7"/>
          <p:cNvSpPr/>
          <p:nvPr/>
        </p:nvSpPr>
        <p:spPr>
          <a:xfrm>
            <a:off x="0" y="404640"/>
            <a:ext cx="5507640" cy="575640"/>
          </a:xfrm>
          <a:prstGeom prst="rect">
            <a:avLst>
              <a:gd fmla="val 16667" name="adj"/>
            </a:avLst>
          </a:prstGeom>
          <a:solidFill>
            <a:srgbClr val="d9d9d9"/>
          </a:solidFill>
        </p:spPr>
      </p:sp>
      <p:sp>
        <p:nvSpPr>
          <p:cNvPr id="165" name="CustomShape 8"/>
          <p:cNvSpPr/>
          <p:nvPr/>
        </p:nvSpPr>
        <p:spPr>
          <a:xfrm>
            <a:off x="2483640" y="476640"/>
            <a:ext cx="3024000" cy="821160"/>
          </a:xfrm>
          <a:prstGeom prst="rect">
            <a:avLst/>
          </a:prstGeom>
        </p:spPr>
        <p:txBody>
          <a:bodyPr bIns="45000" lIns="90000" rIns="90000" tIns="45000"/>
          <a:p>
            <a:pPr lvl="3">
              <a:lnSpc>
                <a:spcPct val="100000"/>
              </a:lnSpc>
              <a:buSzPct val="45000"/>
              <a:buFont typeface="StarSymbol"/>
              <a:buChar char=""/>
            </a:pPr>
            <a:r>
              <a:rPr lang="pt-BR" sz="2400">
                <a:solidFill>
                  <a:srgbClr val="000000"/>
                </a:solidFill>
                <a:latin typeface="Trebuchet MS"/>
              </a:rPr>
              <a:t>Menu de navegação</a:t>
            </a:r>
            <a:endParaRPr/>
          </a:p>
        </p:txBody>
      </p:sp>
      <p:sp>
        <p:nvSpPr>
          <p:cNvPr id="166" name="CustomShape 9"/>
          <p:cNvSpPr/>
          <p:nvPr/>
        </p:nvSpPr>
        <p:spPr>
          <a:xfrm>
            <a:off x="6804360" y="4221000"/>
            <a:ext cx="2419200" cy="227520"/>
          </a:xfrm>
          <a:prstGeom prst="rect">
            <a:avLst/>
          </a:prstGeom>
        </p:spPr>
        <p:txBody>
          <a:bodyPr bIns="45000" lIns="90000" rIns="90000" tIns="45000"/>
          <a:p>
            <a:pPr>
              <a:lnSpc>
                <a:spcPct val="100000"/>
              </a:lnSpc>
            </a:pPr>
            <a:r>
              <a:rPr b="1" i="1" lang="pt-BR" sz="900">
                <a:solidFill>
                  <a:srgbClr val="000000"/>
                </a:solidFill>
                <a:latin typeface="Arial"/>
              </a:rPr>
              <a:t>Clique na imagem e acesse nosso site.</a:t>
            </a:r>
            <a:endParaRPr/>
          </a:p>
        </p:txBody>
      </p:sp>
      <p:sp>
        <p:nvSpPr>
          <p:cNvPr id="167" name="CustomShape 10"/>
          <p:cNvSpPr/>
          <p:nvPr/>
        </p:nvSpPr>
        <p:spPr>
          <a:xfrm>
            <a:off x="1116000" y="1503000"/>
            <a:ext cx="4247640" cy="431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000">
                <a:solidFill>
                  <a:srgbClr val="000000"/>
                </a:solidFill>
                <a:latin typeface="Trebuchet MS"/>
              </a:rPr>
              <a:t>Resumo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Shape 1"/>
          <p:cNvSpPr txBox="1"/>
          <p:nvPr/>
        </p:nvSpPr>
        <p:spPr>
          <a:xfrm>
            <a:off x="3204000" y="4869360"/>
            <a:ext cx="6336360" cy="1079640"/>
          </a:xfrm>
          <a:prstGeom prst="rect">
            <a:avLst/>
          </a:prstGeom>
        </p:spPr>
        <p:txBody>
          <a:bodyPr anchor="ctr" bIns="360000" lIns="360000" rIns="720000" tIns="360000"/>
          <a:p>
            <a:pPr algn="ctr">
              <a:lnSpc>
                <a:spcPct val="150000"/>
              </a:lnSpc>
            </a:pPr>
            <a:r>
              <a:rPr b="1" lang="pt-BR" sz="3600">
                <a:solidFill>
                  <a:srgbClr val="1d1d11"/>
                </a:solidFill>
                <a:latin typeface="Trebuchet MS"/>
              </a:rPr>
              <a:t>Resumo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Shape 1"/>
          <p:cNvSpPr txBox="1"/>
          <p:nvPr/>
        </p:nvSpPr>
        <p:spPr>
          <a:xfrm>
            <a:off x="0" y="0"/>
            <a:ext cx="4643640" cy="404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lang="pt-BR" sz="1400">
                <a:solidFill>
                  <a:srgbClr val="ffffff"/>
                </a:solidFill>
                <a:latin typeface="Calibri"/>
              </a:rPr>
              <a:t>TESTE – Desenvolvedor web pleno</a:t>
            </a:r>
            <a:endParaRPr/>
          </a:p>
        </p:txBody>
      </p:sp>
      <p:sp>
        <p:nvSpPr>
          <p:cNvPr id="170" name="TextShape 2"/>
          <p:cNvSpPr txBox="1"/>
          <p:nvPr/>
        </p:nvSpPr>
        <p:spPr>
          <a:xfrm>
            <a:off x="395280" y="422640"/>
            <a:ext cx="6408360" cy="539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400">
                <a:solidFill>
                  <a:srgbClr val="000000"/>
                </a:solidFill>
                <a:latin typeface="Trebuchet MS"/>
              </a:rPr>
              <a:t>Resumo</a:t>
            </a:r>
            <a:endParaRPr/>
          </a:p>
        </p:txBody>
      </p:sp>
      <p:sp>
        <p:nvSpPr>
          <p:cNvPr id="171" name="CustomShape 3"/>
          <p:cNvSpPr/>
          <p:nvPr/>
        </p:nvSpPr>
        <p:spPr>
          <a:xfrm>
            <a:off x="785880" y="1357200"/>
            <a:ext cx="7643520" cy="4810680"/>
          </a:xfrm>
          <a:prstGeom prst="rect">
            <a:avLst/>
          </a:prstGeom>
        </p:spPr>
        <p:txBody>
          <a:bodyPr bIns="45000" lIns="90000" rIns="90000" tIns="45000"/>
          <a:p>
            <a:pPr>
              <a:lnSpc>
                <a:spcPct val="100000"/>
              </a:lnSpc>
            </a:pPr>
            <a:r>
              <a:rPr b="1" lang="pt-BR">
                <a:solidFill>
                  <a:srgbClr val="000000"/>
                </a:solidFill>
                <a:latin typeface="Arial"/>
              </a:rPr>
              <a:t>Instruções gerais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b="1" lang="pt-BR">
                <a:solidFill>
                  <a:srgbClr val="cc6600"/>
                </a:solidFill>
                <a:latin typeface="Arial"/>
              </a:rPr>
              <a:t>Tempo:</a:t>
            </a: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Você terá 01:30 de tempo limite para completar o teste. Ao completar, informar o responsável pela aplicação do mesmo.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b="1" lang="pt-BR">
                <a:solidFill>
                  <a:srgbClr val="cc6600"/>
                </a:solidFill>
                <a:latin typeface="Arial"/>
              </a:rPr>
              <a:t>Internet:</a:t>
            </a: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O uso da internet é livre para consulta.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b="1" lang="pt-BR">
                <a:solidFill>
                  <a:srgbClr val="cc6600"/>
                </a:solidFill>
                <a:latin typeface="Arial"/>
              </a:rPr>
              <a:t>Critérios:</a:t>
            </a: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Serão avaliados neste teste:</a:t>
            </a:r>
            <a:endParaRPr/>
          </a:p>
          <a:p>
            <a:pPr lvl="1">
              <a:lnSpc>
                <a:spcPct val="100000"/>
              </a:lnSpc>
              <a:buFont typeface="Arial"/>
              <a:buChar char="•"/>
            </a:pPr>
            <a:r>
              <a:rPr lang="pt-BR" sz="1600">
                <a:solidFill>
                  <a:srgbClr val="000000"/>
                </a:solidFill>
                <a:latin typeface="Arial"/>
              </a:rPr>
              <a:t> </a:t>
            </a:r>
            <a:r>
              <a:rPr lang="pt-BR" sz="1600">
                <a:solidFill>
                  <a:srgbClr val="000000"/>
                </a:solidFill>
                <a:latin typeface="Arial"/>
              </a:rPr>
              <a:t>Organização do código</a:t>
            </a:r>
            <a:endParaRPr/>
          </a:p>
          <a:p>
            <a:pPr lvl="1">
              <a:lnSpc>
                <a:spcPct val="100000"/>
              </a:lnSpc>
              <a:buFont typeface="Arial"/>
              <a:buChar char="•"/>
            </a:pPr>
            <a:r>
              <a:rPr lang="pt-BR" sz="1600">
                <a:solidFill>
                  <a:srgbClr val="000000"/>
                </a:solidFill>
                <a:latin typeface="Arial"/>
              </a:rPr>
              <a:t> </a:t>
            </a:r>
            <a:r>
              <a:rPr lang="pt-BR" sz="1600">
                <a:solidFill>
                  <a:srgbClr val="000000"/>
                </a:solidFill>
                <a:latin typeface="Arial"/>
              </a:rPr>
              <a:t>Raciocínio utilizado</a:t>
            </a:r>
            <a:endParaRPr/>
          </a:p>
          <a:p>
            <a:pPr lvl="1">
              <a:lnSpc>
                <a:spcPct val="100000"/>
              </a:lnSpc>
              <a:buFont typeface="Arial"/>
              <a:buChar char="•"/>
            </a:pPr>
            <a:r>
              <a:rPr lang="pt-BR" sz="1600">
                <a:solidFill>
                  <a:srgbClr val="000000"/>
                </a:solidFill>
                <a:latin typeface="Arial"/>
              </a:rPr>
              <a:t> </a:t>
            </a:r>
            <a:r>
              <a:rPr lang="pt-BR" sz="1600">
                <a:solidFill>
                  <a:srgbClr val="000000"/>
                </a:solidFill>
                <a:latin typeface="Arial"/>
              </a:rPr>
              <a:t>Performance do jogo em google chrome, chrome do android e safari no iOS</a:t>
            </a:r>
            <a:endParaRPr/>
          </a:p>
          <a:p>
            <a:pPr lvl="1">
              <a:lnSpc>
                <a:spcPct val="100000"/>
              </a:lnSpc>
              <a:buFont typeface="Arial"/>
              <a:buChar char="•"/>
            </a:pPr>
            <a:r>
              <a:rPr lang="pt-BR" sz="1600">
                <a:solidFill>
                  <a:srgbClr val="000000"/>
                </a:solidFill>
                <a:latin typeface="Arial"/>
              </a:rPr>
              <a:t> </a:t>
            </a:r>
            <a:r>
              <a:rPr lang="pt-BR" sz="1600">
                <a:solidFill>
                  <a:srgbClr val="000000"/>
                </a:solidFill>
                <a:latin typeface="Arial"/>
              </a:rPr>
              <a:t>Adequação ao roteiro e a arte</a:t>
            </a:r>
            <a:endParaRPr/>
          </a:p>
          <a:p>
            <a:pPr lvl="1">
              <a:lnSpc>
                <a:spcPct val="100000"/>
              </a:lnSpc>
              <a:buFont typeface="Arial"/>
              <a:buChar char="•"/>
            </a:pPr>
            <a:r>
              <a:rPr lang="pt-BR" sz="1600">
                <a:solidFill>
                  <a:srgbClr val="000000"/>
                </a:solidFill>
                <a:latin typeface="Arial"/>
              </a:rPr>
              <a:t> </a:t>
            </a:r>
            <a:r>
              <a:rPr lang="pt-BR" sz="1600">
                <a:solidFill>
                  <a:srgbClr val="000000"/>
                </a:solidFill>
                <a:latin typeface="Arial"/>
              </a:rPr>
              <a:t>Controle do tempo</a:t>
            </a:r>
            <a:endParaRPr/>
          </a:p>
          <a:p>
            <a:pPr>
              <a:lnSpc>
                <a:spcPct val="100000"/>
              </a:lnSpc>
            </a:pP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Shape 1"/>
          <p:cNvSpPr txBox="1"/>
          <p:nvPr/>
        </p:nvSpPr>
        <p:spPr>
          <a:xfrm>
            <a:off x="0" y="0"/>
            <a:ext cx="4643640" cy="404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lang="pt-BR" sz="1400">
                <a:solidFill>
                  <a:srgbClr val="ffffff"/>
                </a:solidFill>
                <a:latin typeface="Calibri"/>
              </a:rPr>
              <a:t>TESTE – Desenvolvedor web pleno</a:t>
            </a:r>
            <a:endParaRPr/>
          </a:p>
        </p:txBody>
      </p:sp>
      <p:sp>
        <p:nvSpPr>
          <p:cNvPr id="173" name="TextShape 2"/>
          <p:cNvSpPr txBox="1"/>
          <p:nvPr/>
        </p:nvSpPr>
        <p:spPr>
          <a:xfrm>
            <a:off x="395280" y="422640"/>
            <a:ext cx="6408360" cy="539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400">
                <a:solidFill>
                  <a:srgbClr val="000000"/>
                </a:solidFill>
                <a:latin typeface="Trebuchet MS"/>
              </a:rPr>
              <a:t>Resumo</a:t>
            </a:r>
            <a:endParaRPr/>
          </a:p>
        </p:txBody>
      </p:sp>
      <p:sp>
        <p:nvSpPr>
          <p:cNvPr id="174" name="CustomShape 3"/>
          <p:cNvSpPr/>
          <p:nvPr/>
        </p:nvSpPr>
        <p:spPr>
          <a:xfrm>
            <a:off x="785880" y="1357200"/>
            <a:ext cx="7643520" cy="4479480"/>
          </a:xfrm>
          <a:prstGeom prst="rect">
            <a:avLst/>
          </a:prstGeom>
        </p:spPr>
        <p:txBody>
          <a:bodyPr bIns="45000" lIns="90000" rIns="90000" tIns="45000"/>
          <a:p>
            <a:pPr>
              <a:lnSpc>
                <a:spcPct val="100000"/>
              </a:lnSpc>
            </a:pPr>
            <a:r>
              <a:rPr b="1" lang="pt-BR">
                <a:solidFill>
                  <a:srgbClr val="000000"/>
                </a:solidFill>
                <a:latin typeface="Arial"/>
              </a:rPr>
              <a:t>Briefing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Para este teste você deverá criar um jogo de perguntas no estilo “quiz” com 3 perguntas, cada uma com 4 alternativas, utilizando os assets fornecidos no Git. 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Ao selecionar a alternativa correta o jogo permite avançar para a próxima pergunta, e ao selecionar uma alternativa errada o jogo fornece um feedback de erro e deixa tentar novamente. Ao finalizar, o jogador recebe uma tela de feedback positivo com um botão para jogar novamente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O jogo deverá ter um contador de tempo limite de 60 segundos para responder o quiz inteiro. Se o tempo acabar antes do jogador responder todas as perguntas, deverá ser exibida a tela de conclusão negativa com a pontuação do aluno e um botão para tentar novamente.</a:t>
            </a:r>
            <a:endParaRPr/>
          </a:p>
          <a:p>
            <a:pPr>
              <a:lnSpc>
                <a:spcPct val="100000"/>
              </a:lnSpc>
            </a:pP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Shape 1"/>
          <p:cNvSpPr txBox="1"/>
          <p:nvPr/>
        </p:nvSpPr>
        <p:spPr>
          <a:xfrm>
            <a:off x="3204000" y="4869360"/>
            <a:ext cx="6336360" cy="1079640"/>
          </a:xfrm>
          <a:prstGeom prst="rect">
            <a:avLst/>
          </a:prstGeom>
        </p:spPr>
        <p:txBody>
          <a:bodyPr anchor="ctr" bIns="360000" lIns="360000" rIns="720000" tIns="360000"/>
          <a:p>
            <a:pPr algn="ctr">
              <a:lnSpc>
                <a:spcPct val="150000"/>
              </a:lnSpc>
            </a:pPr>
            <a:r>
              <a:rPr b="1" lang="pt-BR" sz="3600">
                <a:solidFill>
                  <a:srgbClr val="1d1d11"/>
                </a:solidFill>
                <a:latin typeface="Trebuchet MS"/>
              </a:rPr>
              <a:t>Roteiro</a:t>
            </a:r>
            <a:endParaRPr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Shape 1"/>
          <p:cNvSpPr txBox="1"/>
          <p:nvPr/>
        </p:nvSpPr>
        <p:spPr>
          <a:xfrm>
            <a:off x="0" y="0"/>
            <a:ext cx="4643640" cy="404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lang="pt-BR" sz="1400">
                <a:solidFill>
                  <a:srgbClr val="ffffff"/>
                </a:solidFill>
                <a:latin typeface="Calibri"/>
              </a:rPr>
              <a:t>Customização visual V2</a:t>
            </a:r>
            <a:endParaRPr/>
          </a:p>
        </p:txBody>
      </p:sp>
      <p:sp>
        <p:nvSpPr>
          <p:cNvPr id="177" name="TextShape 2"/>
          <p:cNvSpPr txBox="1"/>
          <p:nvPr/>
        </p:nvSpPr>
        <p:spPr>
          <a:xfrm>
            <a:off x="395280" y="422640"/>
            <a:ext cx="6408360" cy="539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400">
                <a:solidFill>
                  <a:srgbClr val="000000"/>
                </a:solidFill>
                <a:latin typeface="Trebuchet MS"/>
              </a:rPr>
              <a:t>Roteiro</a:t>
            </a:r>
            <a:endParaRPr/>
          </a:p>
        </p:txBody>
      </p:sp>
      <p:sp>
        <p:nvSpPr>
          <p:cNvPr id="178" name="CustomShape 3"/>
          <p:cNvSpPr/>
          <p:nvPr/>
        </p:nvSpPr>
        <p:spPr>
          <a:xfrm>
            <a:off x="785880" y="1357200"/>
            <a:ext cx="7643520" cy="1736280"/>
          </a:xfrm>
          <a:prstGeom prst="rect">
            <a:avLst/>
          </a:prstGeom>
        </p:spPr>
        <p:txBody>
          <a:bodyPr bIns="45000" lIns="90000" rIns="90000" tIns="45000"/>
          <a:p>
            <a:pPr>
              <a:lnSpc>
                <a:spcPct val="100000"/>
              </a:lnSpc>
            </a:pPr>
            <a:r>
              <a:rPr b="1" lang="pt-BR">
                <a:solidFill>
                  <a:srgbClr val="000000"/>
                </a:solidFill>
                <a:latin typeface="Arial"/>
              </a:rPr>
              <a:t>Início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Clone o seu repositório, crie um branch com seu nome e então utilize os arquivos para execução do teste a partir do caminho abaixo: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i="1" lang="pt-BR">
                <a:solidFill>
                  <a:srgbClr val="ff0000"/>
                </a:solidFill>
                <a:latin typeface="Arial"/>
              </a:rPr>
              <a:t>git@github.com:atheva/test-web-developer.git</a:t>
            </a:r>
            <a:endParaRPr/>
          </a:p>
        </p:txBody>
      </p:sp>
    </p:spTree>
  </p:cSld>
  <p:timing>
    <p:tnLst>
      <p:par>
        <p:cTn dur="indefinite" id="1" nodeType="tmRoot" restart="never">
          <p:childTnLst>
            <p:seq>
              <p:cTn id="2" nodeType="mainSeq">
                <p:childTnLst/>
              </p:cTn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Shape 1"/>
          <p:cNvSpPr txBox="1"/>
          <p:nvPr/>
        </p:nvSpPr>
        <p:spPr>
          <a:xfrm>
            <a:off x="0" y="0"/>
            <a:ext cx="4643640" cy="404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lang="pt-BR" sz="1400">
                <a:solidFill>
                  <a:srgbClr val="ffffff"/>
                </a:solidFill>
                <a:latin typeface="Calibri"/>
              </a:rPr>
              <a:t>Customização visual V2</a:t>
            </a:r>
            <a:endParaRPr/>
          </a:p>
        </p:txBody>
      </p:sp>
      <p:sp>
        <p:nvSpPr>
          <p:cNvPr id="180" name="TextShape 2"/>
          <p:cNvSpPr txBox="1"/>
          <p:nvPr/>
        </p:nvSpPr>
        <p:spPr>
          <a:xfrm>
            <a:off x="395280" y="422640"/>
            <a:ext cx="6408360" cy="539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400">
                <a:solidFill>
                  <a:srgbClr val="000000"/>
                </a:solidFill>
                <a:latin typeface="Trebuchet MS"/>
              </a:rPr>
              <a:t>Roteiro</a:t>
            </a:r>
            <a:endParaRPr/>
          </a:p>
        </p:txBody>
      </p:sp>
      <p:sp>
        <p:nvSpPr>
          <p:cNvPr id="181" name="CustomShape 3"/>
          <p:cNvSpPr/>
          <p:nvPr/>
        </p:nvSpPr>
        <p:spPr>
          <a:xfrm>
            <a:off x="1143000" y="3571920"/>
            <a:ext cx="1428480" cy="1028520"/>
          </a:xfrm>
          <a:prstGeom prst="rect">
            <a:avLst/>
          </a:prstGeom>
          <a:solidFill>
            <a:srgbClr val="b3b3b3"/>
          </a:solidFill>
        </p:spPr>
        <p:txBody>
          <a:bodyPr anchor="ctr"/>
          <a:p>
            <a:pPr algn="ctr">
              <a:lnSpc>
                <a:spcPct val="100000"/>
              </a:lnSpc>
            </a:pPr>
            <a:r>
              <a:rPr b="1" lang="pt-BR" sz="1400">
                <a:solidFill>
                  <a:srgbClr val="000000"/>
                </a:solidFill>
                <a:latin typeface="Trebuchet MS"/>
              </a:rPr>
              <a:t>Capa</a:t>
            </a:r>
            <a:endParaRPr/>
          </a:p>
        </p:txBody>
      </p:sp>
      <p:sp>
        <p:nvSpPr>
          <p:cNvPr id="182" name="CustomShape 4"/>
          <p:cNvSpPr/>
          <p:nvPr/>
        </p:nvSpPr>
        <p:spPr>
          <a:xfrm>
            <a:off x="2928960" y="3571920"/>
            <a:ext cx="1428480" cy="1028520"/>
          </a:xfrm>
          <a:prstGeom prst="rect">
            <a:avLst/>
          </a:prstGeom>
          <a:solidFill>
            <a:srgbClr val="b3b3b3"/>
          </a:solidFill>
        </p:spPr>
        <p:txBody>
          <a:bodyPr anchor="ctr"/>
          <a:p>
            <a:pPr algn="ctr">
              <a:lnSpc>
                <a:spcPct val="100000"/>
              </a:lnSpc>
            </a:pPr>
            <a:r>
              <a:rPr b="1" lang="pt-BR" sz="1400">
                <a:solidFill>
                  <a:srgbClr val="000000"/>
                </a:solidFill>
                <a:latin typeface="Trebuchet MS"/>
              </a:rPr>
              <a:t>Instruções</a:t>
            </a:r>
            <a:endParaRPr/>
          </a:p>
        </p:txBody>
      </p:sp>
      <p:sp>
        <p:nvSpPr>
          <p:cNvPr id="183" name="CustomShape 5"/>
          <p:cNvSpPr/>
          <p:nvPr/>
        </p:nvSpPr>
        <p:spPr>
          <a:xfrm>
            <a:off x="2571840" y="4086360"/>
            <a:ext cx="356760" cy="1080"/>
          </a:xfrm>
          <a:prstGeom prst="straightConnector1">
            <a:avLst/>
          </a:prstGeom>
          <a:solidFill>
            <a:srgbClr val="c0c0c0"/>
          </a:solidFill>
          <a:ln w="9360">
            <a:solidFill>
              <a:srgbClr val="000000"/>
            </a:solidFill>
            <a:round/>
            <a:tailEnd len="med" type="triangle" w="med"/>
          </a:ln>
        </p:spPr>
      </p:sp>
      <p:sp>
        <p:nvSpPr>
          <p:cNvPr id="184" name="CustomShape 6"/>
          <p:cNvSpPr/>
          <p:nvPr/>
        </p:nvSpPr>
        <p:spPr>
          <a:xfrm>
            <a:off x="4714920" y="3571920"/>
            <a:ext cx="1428480" cy="1028520"/>
          </a:xfrm>
          <a:prstGeom prst="rect">
            <a:avLst/>
          </a:prstGeom>
          <a:solidFill>
            <a:srgbClr val="b3b3b3"/>
          </a:solidFill>
        </p:spPr>
        <p:txBody>
          <a:bodyPr anchor="ctr"/>
          <a:p>
            <a:pPr algn="ctr">
              <a:lnSpc>
                <a:spcPct val="100000"/>
              </a:lnSpc>
            </a:pPr>
            <a:r>
              <a:rPr b="1" lang="pt-BR" sz="1400">
                <a:solidFill>
                  <a:srgbClr val="000000"/>
                </a:solidFill>
                <a:latin typeface="Trebuchet MS"/>
              </a:rPr>
              <a:t>Perguntas</a:t>
            </a:r>
            <a:endParaRPr/>
          </a:p>
        </p:txBody>
      </p:sp>
      <p:sp>
        <p:nvSpPr>
          <p:cNvPr id="185" name="CustomShape 7"/>
          <p:cNvSpPr/>
          <p:nvPr/>
        </p:nvSpPr>
        <p:spPr>
          <a:xfrm>
            <a:off x="4357800" y="4086360"/>
            <a:ext cx="356760" cy="1080"/>
          </a:xfrm>
          <a:prstGeom prst="straightConnector1">
            <a:avLst/>
          </a:prstGeom>
          <a:solidFill>
            <a:srgbClr val="c0c0c0"/>
          </a:solidFill>
          <a:ln w="9360">
            <a:solidFill>
              <a:srgbClr val="000000"/>
            </a:solidFill>
            <a:round/>
            <a:tailEnd len="med" type="triangle" w="med"/>
          </a:ln>
        </p:spPr>
      </p:sp>
      <p:sp>
        <p:nvSpPr>
          <p:cNvPr id="186" name="CustomShape 8"/>
          <p:cNvSpPr/>
          <p:nvPr/>
        </p:nvSpPr>
        <p:spPr>
          <a:xfrm>
            <a:off x="6500880" y="3571920"/>
            <a:ext cx="1428480" cy="1028520"/>
          </a:xfrm>
          <a:prstGeom prst="rect">
            <a:avLst/>
          </a:prstGeom>
          <a:solidFill>
            <a:srgbClr val="b3b3b3"/>
          </a:solidFill>
        </p:spPr>
        <p:txBody>
          <a:bodyPr anchor="ctr"/>
          <a:p>
            <a:pPr algn="ctr">
              <a:lnSpc>
                <a:spcPct val="100000"/>
              </a:lnSpc>
            </a:pPr>
            <a:r>
              <a:rPr b="1" lang="pt-BR" sz="1400">
                <a:solidFill>
                  <a:srgbClr val="000000"/>
                </a:solidFill>
                <a:latin typeface="Trebuchet MS"/>
              </a:rPr>
              <a:t>Conclusão positiva (respondeu tudo)</a:t>
            </a:r>
            <a:endParaRPr/>
          </a:p>
        </p:txBody>
      </p:sp>
      <p:sp>
        <p:nvSpPr>
          <p:cNvPr id="187" name="CustomShape 9"/>
          <p:cNvSpPr/>
          <p:nvPr/>
        </p:nvSpPr>
        <p:spPr>
          <a:xfrm>
            <a:off x="6143760" y="4086360"/>
            <a:ext cx="356760" cy="1080"/>
          </a:xfrm>
          <a:prstGeom prst="straightConnector1">
            <a:avLst/>
          </a:prstGeom>
          <a:solidFill>
            <a:srgbClr val="c0c0c0"/>
          </a:solidFill>
          <a:ln w="9360">
            <a:solidFill>
              <a:srgbClr val="000000"/>
            </a:solidFill>
            <a:round/>
            <a:tailEnd len="med" type="triangle" w="med"/>
          </a:ln>
        </p:spPr>
      </p:sp>
      <p:sp>
        <p:nvSpPr>
          <p:cNvPr id="188" name="CustomShape 10"/>
          <p:cNvSpPr/>
          <p:nvPr/>
        </p:nvSpPr>
        <p:spPr>
          <a:xfrm>
            <a:off x="1857240" y="4086360"/>
            <a:ext cx="6071760" cy="514080"/>
          </a:xfrm>
          <a:prstGeom prst="rect">
            <a:avLst>
              <a:gd fmla="val -3765" name="adj1"/>
              <a:gd fmla="val 144444" name="adj2"/>
            </a:avLst>
          </a:prstGeom>
          <a:solidFill>
            <a:srgbClr val="c0c0c0"/>
          </a:solidFill>
          <a:ln w="9360">
            <a:solidFill>
              <a:srgbClr val="000000"/>
            </a:solidFill>
            <a:round/>
            <a:tailEnd len="med" type="triangle" w="med"/>
          </a:ln>
        </p:spPr>
      </p:sp>
      <p:sp>
        <p:nvSpPr>
          <p:cNvPr id="189" name="CustomShape 11"/>
          <p:cNvSpPr/>
          <p:nvPr/>
        </p:nvSpPr>
        <p:spPr>
          <a:xfrm>
            <a:off x="6500880" y="2357280"/>
            <a:ext cx="1428480" cy="1028520"/>
          </a:xfrm>
          <a:prstGeom prst="rect">
            <a:avLst/>
          </a:prstGeom>
          <a:solidFill>
            <a:srgbClr val="b3b3b3"/>
          </a:solidFill>
        </p:spPr>
        <p:txBody>
          <a:bodyPr anchor="ctr"/>
          <a:p>
            <a:pPr algn="ctr">
              <a:lnSpc>
                <a:spcPct val="100000"/>
              </a:lnSpc>
            </a:pPr>
            <a:r>
              <a:rPr b="1" lang="pt-BR" sz="1400">
                <a:solidFill>
                  <a:srgbClr val="000000"/>
                </a:solidFill>
                <a:latin typeface="Trebuchet MS"/>
              </a:rPr>
              <a:t>Conclusão negativa (acabou o tempo)</a:t>
            </a:r>
            <a:endParaRPr/>
          </a:p>
        </p:txBody>
      </p:sp>
      <p:sp>
        <p:nvSpPr>
          <p:cNvPr id="190" name="CustomShape 12"/>
          <p:cNvSpPr/>
          <p:nvPr/>
        </p:nvSpPr>
        <p:spPr>
          <a:xfrm>
            <a:off x="1857240" y="2871720"/>
            <a:ext cx="6071760" cy="1728360"/>
          </a:xfrm>
          <a:prstGeom prst="rect">
            <a:avLst>
              <a:gd fmla="val -3765" name="adj1"/>
              <a:gd fmla="val 113223" name="adj2"/>
            </a:avLst>
          </a:prstGeom>
          <a:solidFill>
            <a:srgbClr val="c0c0c0"/>
          </a:solidFill>
          <a:ln w="9360">
            <a:solidFill>
              <a:srgbClr val="000000"/>
            </a:solidFill>
            <a:round/>
            <a:tailEnd len="med" type="triangle" w="med"/>
          </a:ln>
        </p:spPr>
      </p:sp>
      <p:sp>
        <p:nvSpPr>
          <p:cNvPr id="191" name="CustomShape 13"/>
          <p:cNvSpPr/>
          <p:nvPr/>
        </p:nvSpPr>
        <p:spPr>
          <a:xfrm>
            <a:off x="6143760" y="2871720"/>
            <a:ext cx="356760" cy="1213920"/>
          </a:xfrm>
          <a:prstGeom prst="rect">
            <a:avLst>
              <a:gd fmla="val 50000" name="adj"/>
            </a:avLst>
          </a:prstGeom>
          <a:solidFill>
            <a:srgbClr val="c0c0c0"/>
          </a:solidFill>
          <a:ln w="9360">
            <a:solidFill>
              <a:srgbClr val="000000"/>
            </a:solidFill>
            <a:round/>
            <a:tailEnd len="med" type="triangle" w="med"/>
          </a:ln>
        </p:spPr>
      </p:sp>
      <p:sp>
        <p:nvSpPr>
          <p:cNvPr id="192" name="CustomShape 14"/>
          <p:cNvSpPr/>
          <p:nvPr/>
        </p:nvSpPr>
        <p:spPr>
          <a:xfrm>
            <a:off x="785880" y="1357200"/>
            <a:ext cx="7643520" cy="364680"/>
          </a:xfrm>
          <a:prstGeom prst="rect">
            <a:avLst/>
          </a:prstGeom>
        </p:spPr>
        <p:txBody>
          <a:bodyPr bIns="45000" lIns="90000" rIns="90000" tIns="45000"/>
          <a:p>
            <a:pPr>
              <a:lnSpc>
                <a:spcPct val="100000"/>
              </a:lnSpc>
            </a:pPr>
            <a:r>
              <a:rPr b="1" lang="pt-BR">
                <a:solidFill>
                  <a:srgbClr val="000000"/>
                </a:solidFill>
                <a:latin typeface="Arial"/>
              </a:rPr>
              <a:t>Fluxo de telas</a:t>
            </a:r>
            <a:endParaRPr/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Shape 1"/>
          <p:cNvSpPr txBox="1"/>
          <p:nvPr/>
        </p:nvSpPr>
        <p:spPr>
          <a:xfrm>
            <a:off x="0" y="0"/>
            <a:ext cx="4643640" cy="40428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lang="pt-BR" sz="1400">
                <a:solidFill>
                  <a:srgbClr val="ffffff"/>
                </a:solidFill>
                <a:latin typeface="Calibri"/>
              </a:rPr>
              <a:t>Customização visual V2</a:t>
            </a:r>
            <a:endParaRPr/>
          </a:p>
        </p:txBody>
      </p:sp>
      <p:sp>
        <p:nvSpPr>
          <p:cNvPr id="194" name="TextShape 2"/>
          <p:cNvSpPr txBox="1"/>
          <p:nvPr/>
        </p:nvSpPr>
        <p:spPr>
          <a:xfrm>
            <a:off x="395280" y="422640"/>
            <a:ext cx="6408360" cy="539640"/>
          </a:xfrm>
          <a:prstGeom prst="rect">
            <a:avLst/>
          </a:prstGeom>
        </p:spPr>
        <p:txBody>
          <a:bodyPr anchor="ctr" bIns="45000" lIns="90000" rIns="90000" tIns="45000"/>
          <a:p>
            <a:pPr>
              <a:lnSpc>
                <a:spcPct val="100000"/>
              </a:lnSpc>
            </a:pPr>
            <a:r>
              <a:rPr b="1" lang="pt-BR" sz="2400">
                <a:solidFill>
                  <a:srgbClr val="000000"/>
                </a:solidFill>
                <a:latin typeface="Trebuchet MS"/>
              </a:rPr>
              <a:t>Roteiro</a:t>
            </a:r>
            <a:endParaRPr/>
          </a:p>
        </p:txBody>
      </p:sp>
      <p:sp>
        <p:nvSpPr>
          <p:cNvPr id="195" name="CustomShape 3"/>
          <p:cNvSpPr/>
          <p:nvPr/>
        </p:nvSpPr>
        <p:spPr>
          <a:xfrm>
            <a:off x="785880" y="1357200"/>
            <a:ext cx="7643520" cy="1187640"/>
          </a:xfrm>
          <a:prstGeom prst="rect">
            <a:avLst/>
          </a:prstGeom>
        </p:spPr>
        <p:txBody>
          <a:bodyPr bIns="45000" lIns="90000" rIns="90000" tIns="45000"/>
          <a:p>
            <a:pPr>
              <a:lnSpc>
                <a:spcPct val="100000"/>
              </a:lnSpc>
            </a:pPr>
            <a:r>
              <a:rPr b="1" lang="pt-BR">
                <a:solidFill>
                  <a:srgbClr val="000000"/>
                </a:solidFill>
                <a:latin typeface="Arial"/>
              </a:rPr>
              <a:t>Final</a:t>
            </a:r>
            <a:endParaRPr/>
          </a:p>
          <a:p>
            <a:pPr>
              <a:lnSpc>
                <a:spcPct val="100000"/>
              </a:lnSpc>
            </a:pPr>
            <a:endParaRPr/>
          </a:p>
          <a:p>
            <a:pPr>
              <a:lnSpc>
                <a:spcPct val="100000"/>
              </a:lnSpc>
            </a:pPr>
            <a:r>
              <a:rPr lang="pt-BR">
                <a:solidFill>
                  <a:srgbClr val="000000"/>
                </a:solidFill>
                <a:latin typeface="Arial"/>
              </a:rPr>
              <a:t>Ao acabar o teste, dê um commit com uma mensagem informando a finalização e em seguida dê um push no seu branch.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CustomShape 1"/>
          <p:cNvSpPr/>
          <p:nvPr/>
        </p:nvSpPr>
        <p:spPr>
          <a:xfrm>
            <a:off x="785880" y="2786040"/>
            <a:ext cx="7643520" cy="639000"/>
          </a:xfrm>
          <a:prstGeom prst="rect">
            <a:avLst/>
          </a:prstGeom>
        </p:spPr>
        <p:txBody>
          <a:bodyPr bIns="45000" lIns="90000" rIns="90000" tIns="45000"/>
          <a:p>
            <a:pPr algn="ctr">
              <a:lnSpc>
                <a:spcPct val="100000"/>
              </a:lnSpc>
            </a:pPr>
            <a:r>
              <a:rPr b="1" lang="pt-BR" sz="3600">
                <a:solidFill>
                  <a:srgbClr val="ffffff"/>
                </a:solidFill>
                <a:latin typeface="Arial"/>
              </a:rPr>
              <a:t>Boa sorte!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
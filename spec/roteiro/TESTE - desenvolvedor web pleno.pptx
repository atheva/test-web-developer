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4" r:id="rId1"/>
    <p:sldMasterId id="2147483738" r:id="rId2"/>
  </p:sldMasterIdLst>
  <p:notesMasterIdLst>
    <p:notesMasterId r:id="rId13"/>
  </p:notesMasterIdLst>
  <p:handoutMasterIdLst>
    <p:handoutMasterId r:id="rId14"/>
  </p:handoutMasterIdLst>
  <p:sldIdLst>
    <p:sldId id="543" r:id="rId3"/>
    <p:sldId id="584" r:id="rId4"/>
    <p:sldId id="613" r:id="rId5"/>
    <p:sldId id="662" r:id="rId6"/>
    <p:sldId id="609" r:id="rId7"/>
    <p:sldId id="663" r:id="rId8"/>
    <p:sldId id="646" r:id="rId9"/>
    <p:sldId id="664" r:id="rId10"/>
    <p:sldId id="665" r:id="rId11"/>
    <p:sldId id="661" r:id="rId12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799">
          <p15:clr>
            <a:srgbClr val="A4A3A4"/>
          </p15:clr>
        </p15:guide>
        <p15:guide id="2" pos="11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derson.godoy" initials="a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0"/>
      </p:ext>
    </p:extLst>
  </p:showPr>
  <p:clrMru>
    <a:srgbClr val="CC6600"/>
    <a:srgbClr val="FFA54B"/>
    <a:srgbClr val="232323"/>
    <a:srgbClr val="33339D"/>
    <a:srgbClr val="DE0000"/>
    <a:srgbClr val="FF3300"/>
    <a:srgbClr val="5F2987"/>
    <a:srgbClr val="017674"/>
    <a:srgbClr val="FFFFCC"/>
    <a:srgbClr val="FFFF99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362" autoAdjust="0"/>
    <p:restoredTop sz="94434" autoAdjust="0"/>
  </p:normalViewPr>
  <p:slideViewPr>
    <p:cSldViewPr>
      <p:cViewPr varScale="1">
        <p:scale>
          <a:sx n="91" d="100"/>
          <a:sy n="91" d="100"/>
        </p:scale>
        <p:origin x="-1386" y="-114"/>
      </p:cViewPr>
      <p:guideLst>
        <p:guide orient="horz" pos="799"/>
        <p:guide pos="1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74" y="-108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737F9D-5389-4A96-8901-4FBE06D40422}" type="datetimeFigureOut">
              <a:rPr lang="pt-BR" smtClean="0"/>
              <a:pPr/>
              <a:t>06/04/2015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C80E8-94C8-4D3F-880B-87D79C010AB1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="" xmlns:p14="http://schemas.microsoft.com/office/powerpoint/2010/main" val="18625090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 smtClean="0"/>
              <a:t>Click to edit Master text styles</a:t>
            </a:r>
          </a:p>
          <a:p>
            <a:pPr lvl="1"/>
            <a:r>
              <a:rPr lang="pt-BR" noProof="0" smtClean="0"/>
              <a:t>Second level</a:t>
            </a:r>
          </a:p>
          <a:p>
            <a:pPr lvl="2"/>
            <a:r>
              <a:rPr lang="pt-BR" noProof="0" smtClean="0"/>
              <a:t>Third level</a:t>
            </a:r>
          </a:p>
          <a:p>
            <a:pPr lvl="3"/>
            <a:r>
              <a:rPr lang="pt-BR" noProof="0" smtClean="0"/>
              <a:t>Fourth level</a:t>
            </a:r>
          </a:p>
          <a:p>
            <a:pPr lvl="4"/>
            <a:r>
              <a:rPr lang="pt-BR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DD5B63A8-2DFC-42CB-A4A6-99688F2FB393}" type="slidenum">
              <a:rPr lang="pt-BR" altLang="pt-BR"/>
              <a:pPr/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="" xmlns:p14="http://schemas.microsoft.com/office/powerpoint/2010/main" val="24309157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theva.com.br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www.kademi.com.br/" TargetMode="External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údo 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otão de ação: Início 17">
            <a:hlinkClick r:id="rId2" action="ppaction://hlinksldjump" highlightClick="1"/>
          </p:cNvPr>
          <p:cNvSpPr/>
          <p:nvPr userDrawn="1"/>
        </p:nvSpPr>
        <p:spPr bwMode="auto">
          <a:xfrm>
            <a:off x="8604448" y="6253915"/>
            <a:ext cx="539552" cy="415445"/>
          </a:xfrm>
          <a:prstGeom prst="actionButtonHome">
            <a:avLst/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800" b="1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/>
          <p:cNvSpPr/>
          <p:nvPr userDrawn="1"/>
        </p:nvSpPr>
        <p:spPr bwMode="auto">
          <a:xfrm>
            <a:off x="468024" y="0"/>
            <a:ext cx="8280000" cy="6093296"/>
          </a:xfrm>
          <a:prstGeom prst="rect">
            <a:avLst/>
          </a:prstGeom>
          <a:solidFill>
            <a:srgbClr val="FFFFCC">
              <a:alpha val="40000"/>
            </a:srgbClr>
          </a:solidFill>
          <a:ln w="9525" cap="flat" cmpd="sng" algn="ctr">
            <a:noFill/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200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grpSp>
        <p:nvGrpSpPr>
          <p:cNvPr id="78" name="Grupo 77"/>
          <p:cNvGrpSpPr/>
          <p:nvPr userDrawn="1"/>
        </p:nvGrpSpPr>
        <p:grpSpPr>
          <a:xfrm>
            <a:off x="36017" y="2168928"/>
            <a:ext cx="5400079" cy="539992"/>
            <a:chOff x="0" y="620688"/>
            <a:chExt cx="5400079" cy="612000"/>
          </a:xfrm>
        </p:grpSpPr>
        <p:sp>
          <p:nvSpPr>
            <p:cNvPr id="79" name="Retângulo de cantos arredondados 78"/>
            <p:cNvSpPr/>
            <p:nvPr userDrawn="1"/>
          </p:nvSpPr>
          <p:spPr bwMode="auto">
            <a:xfrm>
              <a:off x="611560" y="620688"/>
              <a:ext cx="4788519" cy="612000"/>
            </a:xfrm>
            <a:prstGeom prst="round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8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endParaRPr>
            </a:p>
          </p:txBody>
        </p:sp>
        <p:sp>
          <p:nvSpPr>
            <p:cNvPr id="80" name="Pentágono 79"/>
            <p:cNvSpPr/>
            <p:nvPr userDrawn="1"/>
          </p:nvSpPr>
          <p:spPr bwMode="auto">
            <a:xfrm>
              <a:off x="0" y="620688"/>
              <a:ext cx="1043608" cy="612000"/>
            </a:xfrm>
            <a:prstGeom prst="homePlat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8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endParaRPr>
            </a:p>
          </p:txBody>
        </p:sp>
      </p:grpSp>
      <p:sp>
        <p:nvSpPr>
          <p:cNvPr id="81" name="Espaço Reservado para Texto 73"/>
          <p:cNvSpPr>
            <a:spLocks noGrp="1"/>
          </p:cNvSpPr>
          <p:nvPr>
            <p:ph type="body" sz="quarter" idx="11" hasCustomPrompt="1"/>
          </p:nvPr>
        </p:nvSpPr>
        <p:spPr>
          <a:xfrm>
            <a:off x="1116012" y="2223024"/>
            <a:ext cx="4248075" cy="431800"/>
          </a:xfrm>
        </p:spPr>
        <p:txBody>
          <a:bodyPr/>
          <a:lstStyle>
            <a:lvl1pPr algn="l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pt-BR" dirty="0" smtClean="0">
                <a:latin typeface="+mj-lt"/>
              </a:rPr>
              <a:t>Escreva aqui o título do menu</a:t>
            </a:r>
            <a:endParaRPr lang="pt-BR" dirty="0"/>
          </a:p>
        </p:txBody>
      </p:sp>
      <p:grpSp>
        <p:nvGrpSpPr>
          <p:cNvPr id="6" name="Grupo 5"/>
          <p:cNvGrpSpPr/>
          <p:nvPr userDrawn="1"/>
        </p:nvGrpSpPr>
        <p:grpSpPr>
          <a:xfrm>
            <a:off x="5796137" y="651453"/>
            <a:ext cx="3347863" cy="5297827"/>
            <a:chOff x="164871" y="581709"/>
            <a:chExt cx="3091193" cy="4891661"/>
          </a:xfrm>
        </p:grpSpPr>
        <p:pic>
          <p:nvPicPr>
            <p:cNvPr id="7" name="Imagem 6" descr="imac.png"/>
            <p:cNvPicPr>
              <a:picLocks noChangeAspect="1"/>
            </p:cNvPicPr>
            <p:nvPr/>
          </p:nvPicPr>
          <p:blipFill>
            <a:blip r:embed="rId2" cstate="print"/>
            <a:srcRect r="45938"/>
            <a:stretch>
              <a:fillRect/>
            </a:stretch>
          </p:blipFill>
          <p:spPr>
            <a:xfrm>
              <a:off x="164871" y="581709"/>
              <a:ext cx="3091193" cy="4891661"/>
            </a:xfrm>
            <a:prstGeom prst="rect">
              <a:avLst/>
            </a:prstGeom>
          </p:spPr>
        </p:pic>
        <p:pic>
          <p:nvPicPr>
            <p:cNvPr id="8" name="Picture 2">
              <a:hlinkClick r:id="rId3"/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 l="150" r="45208" b="2384"/>
            <a:stretch>
              <a:fillRect/>
            </a:stretch>
          </p:blipFill>
          <p:spPr bwMode="auto">
            <a:xfrm>
              <a:off x="305780" y="764703"/>
              <a:ext cx="2950284" cy="297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0" name="Grupo 29"/>
          <p:cNvGrpSpPr/>
          <p:nvPr userDrawn="1"/>
        </p:nvGrpSpPr>
        <p:grpSpPr>
          <a:xfrm>
            <a:off x="36017" y="1448848"/>
            <a:ext cx="5400079" cy="539992"/>
            <a:chOff x="0" y="620688"/>
            <a:chExt cx="5400079" cy="612000"/>
          </a:xfrm>
        </p:grpSpPr>
        <p:sp>
          <p:nvSpPr>
            <p:cNvPr id="31" name="Retângulo de cantos arredondados 30"/>
            <p:cNvSpPr/>
            <p:nvPr userDrawn="1"/>
          </p:nvSpPr>
          <p:spPr bwMode="auto">
            <a:xfrm>
              <a:off x="611560" y="620688"/>
              <a:ext cx="4788519" cy="612000"/>
            </a:xfrm>
            <a:prstGeom prst="round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8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endParaRPr>
            </a:p>
          </p:txBody>
        </p:sp>
        <p:sp>
          <p:nvSpPr>
            <p:cNvPr id="32" name="Pentágono 31"/>
            <p:cNvSpPr/>
            <p:nvPr userDrawn="1"/>
          </p:nvSpPr>
          <p:spPr bwMode="auto">
            <a:xfrm>
              <a:off x="0" y="620688"/>
              <a:ext cx="1043608" cy="612000"/>
            </a:xfrm>
            <a:prstGeom prst="homePlat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8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endParaRPr>
            </a:p>
          </p:txBody>
        </p:sp>
      </p:grpSp>
      <p:sp>
        <p:nvSpPr>
          <p:cNvPr id="48" name="Arredondar Retângulo em um Canto Único 47"/>
          <p:cNvSpPr/>
          <p:nvPr userDrawn="1"/>
        </p:nvSpPr>
        <p:spPr bwMode="auto">
          <a:xfrm>
            <a:off x="0" y="260648"/>
            <a:ext cx="3019913" cy="216024"/>
          </a:xfrm>
          <a:prstGeom prst="round1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800" b="1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</a:endParaRPr>
          </a:p>
        </p:txBody>
      </p:sp>
      <p:sp>
        <p:nvSpPr>
          <p:cNvPr id="49" name="Espaço Reservado para Texto 2"/>
          <p:cNvSpPr txBox="1">
            <a:spLocks/>
          </p:cNvSpPr>
          <p:nvPr userDrawn="1"/>
        </p:nvSpPr>
        <p:spPr>
          <a:xfrm>
            <a:off x="0" y="404664"/>
            <a:ext cx="5508104" cy="576064"/>
          </a:xfrm>
          <a:prstGeom prst="round1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endParaRPr lang="pt-BR" sz="1100" b="1" dirty="0" smtClean="0">
              <a:latin typeface="Trebuchet MS" pitchFamily="34" charset="0"/>
            </a:endParaRPr>
          </a:p>
        </p:txBody>
      </p:sp>
      <p:sp>
        <p:nvSpPr>
          <p:cNvPr id="69" name="CaixaDeTexto 68"/>
          <p:cNvSpPr txBox="1"/>
          <p:nvPr userDrawn="1"/>
        </p:nvSpPr>
        <p:spPr>
          <a:xfrm>
            <a:off x="2483768" y="476672"/>
            <a:ext cx="3024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Menu de navegação</a:t>
            </a:r>
            <a:endParaRPr lang="pt-BR" dirty="0"/>
          </a:p>
        </p:txBody>
      </p:sp>
      <p:sp>
        <p:nvSpPr>
          <p:cNvPr id="70" name="CaixaDeTexto 69"/>
          <p:cNvSpPr txBox="1"/>
          <p:nvPr userDrawn="1"/>
        </p:nvSpPr>
        <p:spPr>
          <a:xfrm>
            <a:off x="6370127" y="4221088"/>
            <a:ext cx="28536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i="1" dirty="0" smtClean="0"/>
              <a:t>Clique na</a:t>
            </a:r>
            <a:r>
              <a:rPr lang="pt-BR" sz="1200" i="1" baseline="0" dirty="0" smtClean="0"/>
              <a:t> imagem e acesse nosso site.</a:t>
            </a:r>
            <a:endParaRPr lang="pt-BR" sz="1200" i="1" dirty="0"/>
          </a:p>
        </p:txBody>
      </p:sp>
      <p:sp>
        <p:nvSpPr>
          <p:cNvPr id="74" name="Espaço Reservado para Texto 73"/>
          <p:cNvSpPr>
            <a:spLocks noGrp="1"/>
          </p:cNvSpPr>
          <p:nvPr>
            <p:ph type="body" sz="quarter" idx="10" hasCustomPrompt="1"/>
          </p:nvPr>
        </p:nvSpPr>
        <p:spPr>
          <a:xfrm>
            <a:off x="1116012" y="1502944"/>
            <a:ext cx="4248075" cy="431800"/>
          </a:xfrm>
        </p:spPr>
        <p:txBody>
          <a:bodyPr/>
          <a:lstStyle>
            <a:lvl1pPr algn="l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pt-BR" dirty="0" smtClean="0">
                <a:latin typeface="+mj-lt"/>
              </a:rPr>
              <a:t>Escreva aqui o título do menu</a:t>
            </a:r>
            <a:endParaRPr lang="pt-BR" dirty="0"/>
          </a:p>
        </p:txBody>
      </p:sp>
      <p:grpSp>
        <p:nvGrpSpPr>
          <p:cNvPr id="82" name="Grupo 81"/>
          <p:cNvGrpSpPr/>
          <p:nvPr userDrawn="1"/>
        </p:nvGrpSpPr>
        <p:grpSpPr>
          <a:xfrm>
            <a:off x="0" y="2889008"/>
            <a:ext cx="5400079" cy="539992"/>
            <a:chOff x="0" y="620688"/>
            <a:chExt cx="5400079" cy="612000"/>
          </a:xfrm>
        </p:grpSpPr>
        <p:sp>
          <p:nvSpPr>
            <p:cNvPr id="83" name="Retângulo de cantos arredondados 82"/>
            <p:cNvSpPr/>
            <p:nvPr userDrawn="1"/>
          </p:nvSpPr>
          <p:spPr bwMode="auto">
            <a:xfrm>
              <a:off x="611560" y="620688"/>
              <a:ext cx="4788519" cy="612000"/>
            </a:xfrm>
            <a:prstGeom prst="round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8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endParaRPr>
            </a:p>
          </p:txBody>
        </p:sp>
        <p:sp>
          <p:nvSpPr>
            <p:cNvPr id="84" name="Pentágono 83"/>
            <p:cNvSpPr/>
            <p:nvPr userDrawn="1"/>
          </p:nvSpPr>
          <p:spPr bwMode="auto">
            <a:xfrm>
              <a:off x="0" y="620688"/>
              <a:ext cx="1043608" cy="612000"/>
            </a:xfrm>
            <a:prstGeom prst="homePlat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8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endParaRPr>
            </a:p>
          </p:txBody>
        </p:sp>
      </p:grpSp>
      <p:sp>
        <p:nvSpPr>
          <p:cNvPr id="85" name="Espaço Reservado para Texto 73"/>
          <p:cNvSpPr>
            <a:spLocks noGrp="1"/>
          </p:cNvSpPr>
          <p:nvPr>
            <p:ph type="body" sz="quarter" idx="12" hasCustomPrompt="1"/>
          </p:nvPr>
        </p:nvSpPr>
        <p:spPr>
          <a:xfrm>
            <a:off x="1079995" y="2943104"/>
            <a:ext cx="4248075" cy="431800"/>
          </a:xfrm>
        </p:spPr>
        <p:txBody>
          <a:bodyPr/>
          <a:lstStyle>
            <a:lvl1pPr algn="l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pt-BR" dirty="0" smtClean="0">
                <a:latin typeface="+mj-lt"/>
              </a:rPr>
              <a:t>Escreva aqui o título do menu</a:t>
            </a:r>
            <a:endParaRPr lang="pt-BR" dirty="0"/>
          </a:p>
        </p:txBody>
      </p:sp>
      <p:grpSp>
        <p:nvGrpSpPr>
          <p:cNvPr id="86" name="Grupo 85"/>
          <p:cNvGrpSpPr/>
          <p:nvPr userDrawn="1"/>
        </p:nvGrpSpPr>
        <p:grpSpPr>
          <a:xfrm>
            <a:off x="36017" y="3609088"/>
            <a:ext cx="5400079" cy="539992"/>
            <a:chOff x="0" y="620688"/>
            <a:chExt cx="5400079" cy="612000"/>
          </a:xfrm>
        </p:grpSpPr>
        <p:sp>
          <p:nvSpPr>
            <p:cNvPr id="87" name="Retângulo de cantos arredondados 86"/>
            <p:cNvSpPr/>
            <p:nvPr userDrawn="1"/>
          </p:nvSpPr>
          <p:spPr bwMode="auto">
            <a:xfrm>
              <a:off x="611560" y="620688"/>
              <a:ext cx="4788519" cy="612000"/>
            </a:xfrm>
            <a:prstGeom prst="round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8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endParaRPr>
            </a:p>
          </p:txBody>
        </p:sp>
        <p:sp>
          <p:nvSpPr>
            <p:cNvPr id="88" name="Pentágono 87"/>
            <p:cNvSpPr/>
            <p:nvPr userDrawn="1"/>
          </p:nvSpPr>
          <p:spPr bwMode="auto">
            <a:xfrm>
              <a:off x="0" y="620688"/>
              <a:ext cx="1043608" cy="612000"/>
            </a:xfrm>
            <a:prstGeom prst="homePlat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8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endParaRPr>
            </a:p>
          </p:txBody>
        </p:sp>
      </p:grpSp>
      <p:sp>
        <p:nvSpPr>
          <p:cNvPr id="89" name="Espaço Reservado para Texto 73"/>
          <p:cNvSpPr>
            <a:spLocks noGrp="1"/>
          </p:cNvSpPr>
          <p:nvPr>
            <p:ph type="body" sz="quarter" idx="13" hasCustomPrompt="1"/>
          </p:nvPr>
        </p:nvSpPr>
        <p:spPr>
          <a:xfrm>
            <a:off x="1043978" y="3663184"/>
            <a:ext cx="4248075" cy="431800"/>
          </a:xfrm>
        </p:spPr>
        <p:txBody>
          <a:bodyPr/>
          <a:lstStyle>
            <a:lvl1pPr algn="l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pt-BR" dirty="0" smtClean="0">
                <a:latin typeface="+mj-lt"/>
              </a:rPr>
              <a:t>Escreva aqui o título do menu</a:t>
            </a:r>
            <a:endParaRPr lang="pt-BR" dirty="0"/>
          </a:p>
        </p:txBody>
      </p:sp>
      <p:grpSp>
        <p:nvGrpSpPr>
          <p:cNvPr id="90" name="Grupo 89"/>
          <p:cNvGrpSpPr/>
          <p:nvPr userDrawn="1"/>
        </p:nvGrpSpPr>
        <p:grpSpPr>
          <a:xfrm>
            <a:off x="36017" y="4329168"/>
            <a:ext cx="5400079" cy="539992"/>
            <a:chOff x="0" y="620688"/>
            <a:chExt cx="5400079" cy="612000"/>
          </a:xfrm>
        </p:grpSpPr>
        <p:sp>
          <p:nvSpPr>
            <p:cNvPr id="91" name="Retângulo de cantos arredondados 90"/>
            <p:cNvSpPr/>
            <p:nvPr userDrawn="1"/>
          </p:nvSpPr>
          <p:spPr bwMode="auto">
            <a:xfrm>
              <a:off x="611560" y="620688"/>
              <a:ext cx="4788519" cy="612000"/>
            </a:xfrm>
            <a:prstGeom prst="round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8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endParaRPr>
            </a:p>
          </p:txBody>
        </p:sp>
        <p:sp>
          <p:nvSpPr>
            <p:cNvPr id="92" name="Pentágono 91"/>
            <p:cNvSpPr/>
            <p:nvPr userDrawn="1"/>
          </p:nvSpPr>
          <p:spPr bwMode="auto">
            <a:xfrm>
              <a:off x="0" y="620688"/>
              <a:ext cx="1043608" cy="612000"/>
            </a:xfrm>
            <a:prstGeom prst="homePlat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8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endParaRPr>
            </a:p>
          </p:txBody>
        </p:sp>
      </p:grpSp>
      <p:sp>
        <p:nvSpPr>
          <p:cNvPr id="93" name="Espaço Reservado para Texto 73"/>
          <p:cNvSpPr>
            <a:spLocks noGrp="1"/>
          </p:cNvSpPr>
          <p:nvPr>
            <p:ph type="body" sz="quarter" idx="14" hasCustomPrompt="1"/>
          </p:nvPr>
        </p:nvSpPr>
        <p:spPr>
          <a:xfrm>
            <a:off x="1007961" y="4383264"/>
            <a:ext cx="4248075" cy="431800"/>
          </a:xfrm>
        </p:spPr>
        <p:txBody>
          <a:bodyPr/>
          <a:lstStyle>
            <a:lvl1pPr algn="l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pt-BR" dirty="0" smtClean="0">
                <a:latin typeface="+mj-lt"/>
              </a:rPr>
              <a:t>Escreva aqui o título do menu</a:t>
            </a:r>
            <a:endParaRPr lang="pt-BR" dirty="0"/>
          </a:p>
        </p:txBody>
      </p:sp>
      <p:grpSp>
        <p:nvGrpSpPr>
          <p:cNvPr id="94" name="Grupo 93"/>
          <p:cNvGrpSpPr/>
          <p:nvPr userDrawn="1"/>
        </p:nvGrpSpPr>
        <p:grpSpPr>
          <a:xfrm>
            <a:off x="36017" y="5049248"/>
            <a:ext cx="5400079" cy="539992"/>
            <a:chOff x="0" y="620688"/>
            <a:chExt cx="5400079" cy="612000"/>
          </a:xfrm>
        </p:grpSpPr>
        <p:sp>
          <p:nvSpPr>
            <p:cNvPr id="95" name="Retângulo de cantos arredondados 94"/>
            <p:cNvSpPr/>
            <p:nvPr userDrawn="1"/>
          </p:nvSpPr>
          <p:spPr bwMode="auto">
            <a:xfrm>
              <a:off x="611560" y="620688"/>
              <a:ext cx="4788519" cy="612000"/>
            </a:xfrm>
            <a:prstGeom prst="round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8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endParaRPr>
            </a:p>
          </p:txBody>
        </p:sp>
        <p:sp>
          <p:nvSpPr>
            <p:cNvPr id="96" name="Pentágono 95"/>
            <p:cNvSpPr/>
            <p:nvPr userDrawn="1"/>
          </p:nvSpPr>
          <p:spPr bwMode="auto">
            <a:xfrm>
              <a:off x="0" y="620688"/>
              <a:ext cx="1043608" cy="612000"/>
            </a:xfrm>
            <a:prstGeom prst="homePlat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8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endParaRPr>
            </a:p>
          </p:txBody>
        </p:sp>
      </p:grpSp>
      <p:sp>
        <p:nvSpPr>
          <p:cNvPr id="97" name="Espaço Reservado para Texto 73"/>
          <p:cNvSpPr>
            <a:spLocks noGrp="1"/>
          </p:cNvSpPr>
          <p:nvPr>
            <p:ph type="body" sz="quarter" idx="15" hasCustomPrompt="1"/>
          </p:nvPr>
        </p:nvSpPr>
        <p:spPr>
          <a:xfrm>
            <a:off x="971944" y="5103344"/>
            <a:ext cx="4248075" cy="431800"/>
          </a:xfrm>
        </p:spPr>
        <p:txBody>
          <a:bodyPr/>
          <a:lstStyle>
            <a:lvl1pPr algn="l">
              <a:buNone/>
              <a:defRPr sz="2000" baseline="0">
                <a:latin typeface="+mj-lt"/>
              </a:defRPr>
            </a:lvl1pPr>
          </a:lstStyle>
          <a:p>
            <a:pPr lvl="0"/>
            <a:r>
              <a:rPr lang="pt-BR" dirty="0" smtClean="0">
                <a:latin typeface="+mj-lt"/>
              </a:rPr>
              <a:t>Escreva aqui o título do menu</a:t>
            </a:r>
            <a:endParaRPr lang="pt-B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 bwMode="auto">
          <a:xfrm>
            <a:off x="468024" y="1124744"/>
            <a:ext cx="8280000" cy="4968552"/>
          </a:xfrm>
          <a:prstGeom prst="rect">
            <a:avLst/>
          </a:prstGeom>
          <a:solidFill>
            <a:schemeClr val="bg1">
              <a:lumMod val="75000"/>
              <a:alpha val="40000"/>
            </a:schemeClr>
          </a:solidFill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200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5" name="Arredondar Retângulo em um Canto Único 4"/>
          <p:cNvSpPr/>
          <p:nvPr userDrawn="1"/>
        </p:nvSpPr>
        <p:spPr bwMode="auto">
          <a:xfrm>
            <a:off x="0" y="44664"/>
            <a:ext cx="4860032" cy="360000"/>
          </a:xfrm>
          <a:prstGeom prst="round1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800" b="1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</a:endParaRPr>
          </a:p>
        </p:txBody>
      </p:sp>
      <p:sp>
        <p:nvSpPr>
          <p:cNvPr id="12" name="Espaço Reservado para Texto 2"/>
          <p:cNvSpPr txBox="1">
            <a:spLocks/>
          </p:cNvSpPr>
          <p:nvPr userDrawn="1"/>
        </p:nvSpPr>
        <p:spPr>
          <a:xfrm>
            <a:off x="0" y="404664"/>
            <a:ext cx="6876256" cy="576064"/>
          </a:xfrm>
          <a:prstGeom prst="round1Rect">
            <a:avLst>
              <a:gd name="adj" fmla="val 50000"/>
            </a:avLst>
          </a:prstGeom>
          <a:solidFill>
            <a:srgbClr val="FFCC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endParaRPr lang="pt-BR" sz="1100" b="1" dirty="0" smtClean="0">
              <a:latin typeface="Trebuchet MS" pitchFamily="34" charset="0"/>
            </a:endParaRP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0"/>
            <a:ext cx="4644008" cy="404664"/>
          </a:xfrm>
        </p:spPr>
        <p:txBody>
          <a:bodyPr anchor="ctr" anchorCtr="0"/>
          <a:lstStyle>
            <a:lvl1pPr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t-BR" dirty="0" smtClean="0"/>
              <a:t>Menu</a:t>
            </a:r>
            <a:endParaRPr lang="pt-BR" dirty="0"/>
          </a:p>
        </p:txBody>
      </p:sp>
      <p:sp>
        <p:nvSpPr>
          <p:cNvPr id="26" name="Espaço Reservado para Texto 25"/>
          <p:cNvSpPr>
            <a:spLocks noGrp="1"/>
          </p:cNvSpPr>
          <p:nvPr>
            <p:ph type="body" sz="quarter" idx="15" hasCustomPrompt="1"/>
          </p:nvPr>
        </p:nvSpPr>
        <p:spPr>
          <a:xfrm>
            <a:off x="395288" y="422696"/>
            <a:ext cx="6408737" cy="540000"/>
          </a:xfrm>
        </p:spPr>
        <p:txBody>
          <a:bodyPr anchor="ctr" anchorCtr="0"/>
          <a:lstStyle>
            <a:lvl1pPr>
              <a:buNone/>
              <a:defRPr sz="3200" b="1" baseline="0">
                <a:latin typeface="+mj-lt"/>
              </a:defRPr>
            </a:lvl1pPr>
          </a:lstStyle>
          <a:p>
            <a:pPr lvl="0"/>
            <a:r>
              <a:rPr lang="pt-BR" dirty="0" smtClean="0"/>
              <a:t>Título</a:t>
            </a:r>
            <a:endParaRPr lang="pt-BR" dirty="0"/>
          </a:p>
        </p:txBody>
      </p:sp>
      <p:sp>
        <p:nvSpPr>
          <p:cNvPr id="28" name="Botão de ação: Início 27">
            <a:hlinkClick r:id="rId2" action="ppaction://hlinksldjump" highlightClick="1"/>
          </p:cNvPr>
          <p:cNvSpPr/>
          <p:nvPr userDrawn="1"/>
        </p:nvSpPr>
        <p:spPr bwMode="auto">
          <a:xfrm>
            <a:off x="8604448" y="6253915"/>
            <a:ext cx="539552" cy="415445"/>
          </a:xfrm>
          <a:prstGeom prst="actionButtonHome">
            <a:avLst/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800" b="1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</a:endParaRPr>
          </a:p>
        </p:txBody>
      </p:sp>
      <p:sp>
        <p:nvSpPr>
          <p:cNvPr id="10" name="Arredondar Retângulo no Mesmo Canto Lateral 9"/>
          <p:cNvSpPr/>
          <p:nvPr userDrawn="1"/>
        </p:nvSpPr>
        <p:spPr bwMode="auto">
          <a:xfrm rot="10800000">
            <a:off x="7308304" y="-2"/>
            <a:ext cx="1584176" cy="836713"/>
          </a:xfrm>
          <a:prstGeom prst="round2Same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800" b="1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</a:endParaRPr>
          </a:p>
        </p:txBody>
      </p:sp>
      <p:pic>
        <p:nvPicPr>
          <p:cNvPr id="2050" name="Picture 2" descr="D:\Google Drive\Clientes\09. DSOP\03. Material Cliente\Material Cliente Plataforma\Logo DSOP\logoDSOP novo transparente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6629" y="110753"/>
            <a:ext cx="1109827" cy="61520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 bwMode="auto">
          <a:xfrm>
            <a:off x="468024" y="0"/>
            <a:ext cx="8280000" cy="6093296"/>
          </a:xfrm>
          <a:prstGeom prst="rect">
            <a:avLst/>
          </a:prstGeom>
          <a:solidFill>
            <a:schemeClr val="bg1">
              <a:lumMod val="75000"/>
              <a:alpha val="40000"/>
            </a:schemeClr>
          </a:solidFill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200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8" name="Botão de ação: Início 7">
            <a:hlinkClick r:id="rId2" action="ppaction://hlinksldjump" highlightClick="1"/>
          </p:cNvPr>
          <p:cNvSpPr/>
          <p:nvPr userDrawn="1"/>
        </p:nvSpPr>
        <p:spPr bwMode="auto">
          <a:xfrm>
            <a:off x="8604448" y="6253915"/>
            <a:ext cx="539552" cy="415445"/>
          </a:xfrm>
          <a:prstGeom prst="actionButtonHome">
            <a:avLst/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800" b="1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ta de apresen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de cantos arredondados 5"/>
          <p:cNvSpPr/>
          <p:nvPr userDrawn="1"/>
        </p:nvSpPr>
        <p:spPr bwMode="auto">
          <a:xfrm>
            <a:off x="432000" y="0"/>
            <a:ext cx="8280000" cy="6021288"/>
          </a:xfrm>
          <a:prstGeom prst="roundRect">
            <a:avLst>
              <a:gd name="adj" fmla="val 1970"/>
            </a:avLst>
          </a:prstGeom>
          <a:solidFill>
            <a:srgbClr val="FFFFCC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0" tIns="45720" rIns="180000" bIns="45720" numCol="1" rtlCol="0" anchor="ctr" anchorCtr="0" compatLnSpc="1">
            <a:prstTxWarp prst="textNoShape">
              <a:avLst/>
            </a:prstTxWarp>
          </a:bodyPr>
          <a:lstStyle/>
          <a:p>
            <a:pPr algn="just"/>
            <a:endParaRPr lang="pt-BR" sz="1400" i="1" dirty="0" smtClean="0">
              <a:solidFill>
                <a:schemeClr val="tx1">
                  <a:lumMod val="95000"/>
                  <a:lumOff val="5000"/>
                </a:schemeClr>
              </a:solidFill>
              <a:latin typeface="Arial Narrow" pitchFamily="34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0"/>
            <a:ext cx="8353425" cy="6021388"/>
          </a:xfrm>
          <a:prstGeom prst="rect">
            <a:avLst/>
          </a:prstGeom>
        </p:spPr>
        <p:txBody>
          <a:bodyPr anchor="ctr" anchorCtr="0"/>
          <a:lstStyle>
            <a:lvl1pPr marL="0" marR="0" indent="0" algn="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+mn-ea"/>
                <a:cs typeface="Arial" panose="020B0604020202020204" pitchFamily="34" charset="0"/>
              </a:rPr>
              <a:t>Caro Aluno,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+mn-ea"/>
                <a:cs typeface="Arial" panose="020B0604020202020204" pitchFamily="34" charset="0"/>
              </a:rPr>
              <a:t>	</a:t>
            </a:r>
            <a:r>
              <a:rPr kumimoji="0" lang="pt-B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itchFamily="34" charset="0"/>
                <a:ea typeface="+mn-ea"/>
                <a:cs typeface="Arial" panose="020B0604020202020204" pitchFamily="34" charset="0"/>
              </a:rPr>
              <a:t>Digite o texto ao aluno aqui.</a:t>
            </a:r>
          </a:p>
          <a:p>
            <a:pPr marL="0" marR="0" lvl="0" indent="0" algn="just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1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Arial Narrow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itchFamily="34" charset="0"/>
                <a:ea typeface="+mn-ea"/>
                <a:cs typeface="Arial" panose="020B0604020202020204" pitchFamily="34" charset="0"/>
              </a:rPr>
              <a:t>Equipe Kademi</a:t>
            </a:r>
            <a:endParaRPr kumimoji="0" lang="pt-BR" sz="1400" b="0" i="1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Arial Narrow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Botão de ação: Início 4">
            <a:hlinkClick r:id="rId2" action="ppaction://hlinksldjump" highlightClick="1"/>
          </p:cNvPr>
          <p:cNvSpPr/>
          <p:nvPr userDrawn="1"/>
        </p:nvSpPr>
        <p:spPr bwMode="auto">
          <a:xfrm>
            <a:off x="8604448" y="6253915"/>
            <a:ext cx="539552" cy="415445"/>
          </a:xfrm>
          <a:prstGeom prst="actionButtonHome">
            <a:avLst/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800" b="1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 userDrawn="1"/>
        </p:nvSpPr>
        <p:spPr>
          <a:xfrm rot="10800000">
            <a:off x="8748464" y="6245992"/>
            <a:ext cx="395536" cy="81391"/>
          </a:xfrm>
          <a:prstGeom prst="rect">
            <a:avLst/>
          </a:prstGeom>
          <a:solidFill>
            <a:srgbClr val="F08225"/>
          </a:solidFill>
          <a:ln w="50800" cap="rnd" cmpd="thickThin" algn="ctr">
            <a:noFill/>
            <a:prstDash val="solid"/>
          </a:ln>
          <a:effectLst/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tângulo 6"/>
          <p:cNvSpPr/>
          <p:nvPr userDrawn="1"/>
        </p:nvSpPr>
        <p:spPr bwMode="auto">
          <a:xfrm>
            <a:off x="467544" y="1124744"/>
            <a:ext cx="8280000" cy="352839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200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8" name="Retângulo de cantos arredondados 7"/>
          <p:cNvSpPr/>
          <p:nvPr userDrawn="1"/>
        </p:nvSpPr>
        <p:spPr bwMode="auto">
          <a:xfrm>
            <a:off x="467544" y="404664"/>
            <a:ext cx="8280000" cy="576064"/>
          </a:xfrm>
          <a:prstGeom prst="roundRect">
            <a:avLst/>
          </a:prstGeom>
          <a:solidFill>
            <a:srgbClr val="FFC000">
              <a:alpha val="9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200" b="1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</a:endParaRPr>
          </a:p>
        </p:txBody>
      </p:sp>
      <p:sp>
        <p:nvSpPr>
          <p:cNvPr id="9" name="Retângulo de cantos arredondados 8"/>
          <p:cNvSpPr/>
          <p:nvPr userDrawn="1"/>
        </p:nvSpPr>
        <p:spPr bwMode="auto">
          <a:xfrm>
            <a:off x="467544" y="4797152"/>
            <a:ext cx="8280000" cy="1296144"/>
          </a:xfrm>
          <a:prstGeom prst="roundRect">
            <a:avLst>
              <a:gd name="adj" fmla="val 1970"/>
            </a:avLst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0" tIns="45720" rIns="18000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tabLst>
                <a:tab pos="0" algn="l"/>
              </a:tabLst>
            </a:pPr>
            <a:endParaRPr lang="pt-BR" sz="2000" b="1" dirty="0" smtClean="0">
              <a:solidFill>
                <a:schemeClr val="tx1">
                  <a:lumMod val="95000"/>
                  <a:lumOff val="5000"/>
                </a:schemeClr>
              </a:solidFill>
              <a:latin typeface="Arial Narrow" pitchFamily="34" charset="0"/>
            </a:endParaRPr>
          </a:p>
        </p:txBody>
      </p:sp>
      <p:sp>
        <p:nvSpPr>
          <p:cNvPr id="10" name="Espaço Reservado para Número de Slide 13"/>
          <p:cNvSpPr>
            <a:spLocks noGrp="1"/>
          </p:cNvSpPr>
          <p:nvPr>
            <p:ph type="sldNum" sz="quarter" idx="12"/>
          </p:nvPr>
        </p:nvSpPr>
        <p:spPr>
          <a:xfrm>
            <a:off x="8316416" y="0"/>
            <a:ext cx="762000" cy="365760"/>
          </a:xfrm>
          <a:prstGeom prst="rect">
            <a:avLst/>
          </a:prstGeom>
        </p:spPr>
        <p:txBody>
          <a:bodyPr/>
          <a:lstStyle/>
          <a:p>
            <a:pPr algn="r"/>
            <a:fld id="{BD148324-2334-4ABD-8D9D-559EFF39F9D8}" type="slidenum">
              <a:rPr lang="pt-BR" altLang="pt-BR" smtClean="0"/>
              <a:pPr algn="r"/>
              <a:t>‹nº›</a:t>
            </a:fld>
            <a:endParaRPr lang="pt-BR" altLang="pt-BR" dirty="0"/>
          </a:p>
        </p:txBody>
      </p:sp>
      <p:sp>
        <p:nvSpPr>
          <p:cNvPr id="11" name="Espaço Reservado para Texto 31"/>
          <p:cNvSpPr>
            <a:spLocks noGrp="1"/>
          </p:cNvSpPr>
          <p:nvPr>
            <p:ph type="body" sz="quarter" idx="13" hasCustomPrompt="1"/>
          </p:nvPr>
        </p:nvSpPr>
        <p:spPr>
          <a:xfrm>
            <a:off x="468313" y="404663"/>
            <a:ext cx="8280400" cy="576411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  <a:lvl5pPr marL="1389888" marR="0" indent="-18288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▫"/>
              <a:tabLst/>
              <a:defRPr sz="1050"/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+mn-ea"/>
                <a:cs typeface="Arial" panose="020B0604020202020204" pitchFamily="34" charset="0"/>
              </a:rPr>
              <a:t>1. Título</a:t>
            </a:r>
            <a:endParaRPr kumimoji="0" lang="pt-BR" sz="12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+mn-ea"/>
              <a:cs typeface="Arial" panose="020B0604020202020204" pitchFamily="34" charset="0"/>
            </a:endParaRPr>
          </a:p>
          <a:p>
            <a:pPr lvl="4"/>
            <a:endParaRPr lang="pt-BR" dirty="0"/>
          </a:p>
        </p:txBody>
      </p:sp>
      <p:sp>
        <p:nvSpPr>
          <p:cNvPr id="12" name="Espaço Reservado para Imagem 33"/>
          <p:cNvSpPr>
            <a:spLocks noGrp="1"/>
          </p:cNvSpPr>
          <p:nvPr>
            <p:ph type="pic" sz="quarter" idx="14"/>
          </p:nvPr>
        </p:nvSpPr>
        <p:spPr>
          <a:xfrm>
            <a:off x="2051669" y="1196752"/>
            <a:ext cx="5111750" cy="3384550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13" name="Espaço Reservado para Texto 35"/>
          <p:cNvSpPr>
            <a:spLocks noGrp="1"/>
          </p:cNvSpPr>
          <p:nvPr>
            <p:ph type="body" sz="quarter" idx="15" hasCustomPrompt="1"/>
          </p:nvPr>
        </p:nvSpPr>
        <p:spPr>
          <a:xfrm>
            <a:off x="468313" y="4797425"/>
            <a:ext cx="8280400" cy="1295400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>
                <a:tab pos="0" algn="l"/>
              </a:tabLst>
              <a:defRPr sz="3600"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itchFamily="34" charset="0"/>
                <a:ea typeface="+mn-ea"/>
                <a:cs typeface="Arial" panose="020B0604020202020204" pitchFamily="34" charset="0"/>
              </a:rPr>
              <a:t>Subtítulo / Tópico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>
                <a:tab pos="0" algn="l"/>
              </a:tabLst>
              <a:defRPr/>
            </a:pPr>
            <a:r>
              <a:rPr kumimoji="0" lang="pt-B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+mn-ea"/>
                <a:cs typeface="Arial" panose="020B0604020202020204" pitchFamily="34" charset="0"/>
              </a:rPr>
              <a:t>Digite aqui o texto,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>
                <a:tab pos="0" algn="l"/>
              </a:tabLst>
              <a:defRPr/>
            </a:pPr>
            <a:r>
              <a:rPr kumimoji="0" lang="pt-B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+mn-ea"/>
                <a:cs typeface="Arial" panose="020B0604020202020204" pitchFamily="34" charset="0"/>
              </a:rPr>
              <a:t>Se preciso enumere com a ferramenta “numeração”.</a:t>
            </a:r>
            <a:endParaRPr kumimoji="0" lang="pt-BR" sz="2000" b="1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Arial Narrow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Botão de ação: Início 13">
            <a:hlinkClick r:id="rId2" action="ppaction://hlinksldjump" highlightClick="1"/>
          </p:cNvPr>
          <p:cNvSpPr/>
          <p:nvPr userDrawn="1"/>
        </p:nvSpPr>
        <p:spPr bwMode="auto">
          <a:xfrm>
            <a:off x="8676456" y="6309320"/>
            <a:ext cx="467544" cy="360000"/>
          </a:xfrm>
          <a:prstGeom prst="actionButtonHome">
            <a:avLst/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800" b="1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onteúd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 bwMode="auto">
          <a:xfrm>
            <a:off x="467544" y="404664"/>
            <a:ext cx="5328592" cy="568863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200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8" name="Retângulo de cantos arredondados 7"/>
          <p:cNvSpPr/>
          <p:nvPr userDrawn="1"/>
        </p:nvSpPr>
        <p:spPr bwMode="auto">
          <a:xfrm>
            <a:off x="5868144" y="404664"/>
            <a:ext cx="2879400" cy="576064"/>
          </a:xfrm>
          <a:prstGeom prst="roundRect">
            <a:avLst/>
          </a:prstGeom>
          <a:solidFill>
            <a:srgbClr val="FFC000">
              <a:alpha val="9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200" b="1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</a:endParaRPr>
          </a:p>
        </p:txBody>
      </p:sp>
      <p:sp>
        <p:nvSpPr>
          <p:cNvPr id="9" name="Retângulo de cantos arredondados 8"/>
          <p:cNvSpPr/>
          <p:nvPr userDrawn="1"/>
        </p:nvSpPr>
        <p:spPr bwMode="auto">
          <a:xfrm>
            <a:off x="5868427" y="1052736"/>
            <a:ext cx="2880000" cy="5040560"/>
          </a:xfrm>
          <a:prstGeom prst="roundRect">
            <a:avLst>
              <a:gd name="adj" fmla="val 1970"/>
            </a:avLst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0" tIns="45720" rIns="18000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tabLst>
                <a:tab pos="0" algn="l"/>
              </a:tabLst>
            </a:pPr>
            <a:endParaRPr lang="pt-BR" sz="2000" b="1" dirty="0" smtClean="0">
              <a:solidFill>
                <a:schemeClr val="tx1">
                  <a:lumMod val="95000"/>
                  <a:lumOff val="5000"/>
                </a:schemeClr>
              </a:solidFill>
              <a:latin typeface="Arial Narrow" pitchFamily="34" charset="0"/>
            </a:endParaRPr>
          </a:p>
        </p:txBody>
      </p:sp>
      <p:sp>
        <p:nvSpPr>
          <p:cNvPr id="10" name="Espaço Reservado para Número de Slide 13"/>
          <p:cNvSpPr>
            <a:spLocks noGrp="1"/>
          </p:cNvSpPr>
          <p:nvPr>
            <p:ph type="sldNum" sz="quarter" idx="12"/>
          </p:nvPr>
        </p:nvSpPr>
        <p:spPr>
          <a:xfrm>
            <a:off x="8316416" y="0"/>
            <a:ext cx="762000" cy="365760"/>
          </a:xfrm>
          <a:prstGeom prst="rect">
            <a:avLst/>
          </a:prstGeom>
        </p:spPr>
        <p:txBody>
          <a:bodyPr/>
          <a:lstStyle/>
          <a:p>
            <a:pPr algn="r"/>
            <a:fld id="{BD148324-2334-4ABD-8D9D-559EFF39F9D8}" type="slidenum">
              <a:rPr lang="pt-BR" altLang="pt-BR" smtClean="0"/>
              <a:pPr algn="r"/>
              <a:t>‹nº›</a:t>
            </a:fld>
            <a:endParaRPr lang="pt-BR" altLang="pt-BR" dirty="0"/>
          </a:p>
        </p:txBody>
      </p:sp>
      <p:sp>
        <p:nvSpPr>
          <p:cNvPr id="11" name="Espaço Reservado para Texto 31"/>
          <p:cNvSpPr>
            <a:spLocks noGrp="1"/>
          </p:cNvSpPr>
          <p:nvPr>
            <p:ph type="body" sz="quarter" idx="13" hasCustomPrompt="1"/>
          </p:nvPr>
        </p:nvSpPr>
        <p:spPr>
          <a:xfrm>
            <a:off x="5868143" y="404663"/>
            <a:ext cx="2880569" cy="576411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  <a:lvl5pPr marL="1389888" marR="0" indent="-18288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▫"/>
              <a:tabLst/>
              <a:defRPr sz="1050"/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+mn-ea"/>
                <a:cs typeface="Arial" panose="020B0604020202020204" pitchFamily="34" charset="0"/>
              </a:rPr>
              <a:t>1. Título</a:t>
            </a:r>
            <a:endParaRPr kumimoji="0" lang="pt-BR" sz="12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+mn-ea"/>
              <a:cs typeface="Arial" panose="020B0604020202020204" pitchFamily="34" charset="0"/>
            </a:endParaRPr>
          </a:p>
          <a:p>
            <a:pPr lvl="4"/>
            <a:endParaRPr lang="pt-BR" dirty="0"/>
          </a:p>
        </p:txBody>
      </p:sp>
      <p:sp>
        <p:nvSpPr>
          <p:cNvPr id="12" name="Espaço Reservado para Imagem 33"/>
          <p:cNvSpPr>
            <a:spLocks noGrp="1"/>
          </p:cNvSpPr>
          <p:nvPr>
            <p:ph type="pic" sz="quarter" idx="14"/>
          </p:nvPr>
        </p:nvSpPr>
        <p:spPr>
          <a:xfrm>
            <a:off x="755576" y="1196752"/>
            <a:ext cx="4752528" cy="4320480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13" name="Espaço Reservado para Texto 35"/>
          <p:cNvSpPr>
            <a:spLocks noGrp="1"/>
          </p:cNvSpPr>
          <p:nvPr>
            <p:ph type="body" sz="quarter" idx="15" hasCustomPrompt="1"/>
          </p:nvPr>
        </p:nvSpPr>
        <p:spPr>
          <a:xfrm>
            <a:off x="5868143" y="1052736"/>
            <a:ext cx="2880569" cy="504008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>
                <a:tab pos="0" algn="l"/>
              </a:tabLst>
              <a:defRPr sz="3600"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itchFamily="34" charset="0"/>
                <a:ea typeface="+mn-ea"/>
                <a:cs typeface="Arial" panose="020B0604020202020204" pitchFamily="34" charset="0"/>
              </a:rPr>
              <a:t>Subtítulo / Tópico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>
                <a:tab pos="0" algn="l"/>
              </a:tabLst>
              <a:defRPr/>
            </a:pPr>
            <a:r>
              <a:rPr kumimoji="0" lang="pt-B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+mn-ea"/>
                <a:cs typeface="Arial" panose="020B0604020202020204" pitchFamily="34" charset="0"/>
              </a:rPr>
              <a:t>Digite aqui o texto,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>
                <a:tab pos="0" algn="l"/>
              </a:tabLst>
              <a:defRPr/>
            </a:pPr>
            <a:r>
              <a:rPr kumimoji="0" lang="pt-B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+mn-ea"/>
                <a:cs typeface="Arial" panose="020B0604020202020204" pitchFamily="34" charset="0"/>
              </a:rPr>
              <a:t>Se preciso enumere com a ferramenta “numeração”.</a:t>
            </a:r>
            <a:endParaRPr kumimoji="0" lang="pt-BR" sz="2000" b="1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Arial Narrow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Botão de ação: Início 15">
            <a:hlinkClick r:id="rId2" action="ppaction://hlinksldjump" highlightClick="1"/>
          </p:cNvPr>
          <p:cNvSpPr/>
          <p:nvPr userDrawn="1"/>
        </p:nvSpPr>
        <p:spPr bwMode="auto">
          <a:xfrm>
            <a:off x="8604448" y="6253915"/>
            <a:ext cx="539552" cy="415445"/>
          </a:xfrm>
          <a:prstGeom prst="actionButtonHome">
            <a:avLst/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800" b="1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 userDrawn="1"/>
        </p:nvSpPr>
        <p:spPr>
          <a:xfrm>
            <a:off x="0" y="0"/>
            <a:ext cx="9144000" cy="2924944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cap="none" spc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3" name="Imagem 2" descr="ipad_boylaying.jpg"/>
          <p:cNvPicPr>
            <a:picLocks noChangeAspect="1"/>
          </p:cNvPicPr>
          <p:nvPr userDrawn="1"/>
        </p:nvPicPr>
        <p:blipFill>
          <a:blip r:embed="rId2" cstate="print"/>
          <a:srcRect l="3495" r="48272"/>
          <a:stretch>
            <a:fillRect/>
          </a:stretch>
        </p:blipFill>
        <p:spPr>
          <a:xfrm>
            <a:off x="0" y="0"/>
            <a:ext cx="4464496" cy="61653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Retângulo de cantos arredondados 12"/>
          <p:cNvSpPr/>
          <p:nvPr userDrawn="1"/>
        </p:nvSpPr>
        <p:spPr>
          <a:xfrm>
            <a:off x="4932040" y="3140968"/>
            <a:ext cx="4680520" cy="2808312"/>
          </a:xfrm>
          <a:prstGeom prst="roundRect">
            <a:avLst>
              <a:gd name="adj" fmla="val 986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0"/>
          </p:nvPr>
        </p:nvSpPr>
        <p:spPr>
          <a:xfrm>
            <a:off x="5148263" y="3789363"/>
            <a:ext cx="3995737" cy="21605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dirty="0" smtClean="0"/>
              <a:t>Clique para editar os estilos do texto mestre</a:t>
            </a:r>
          </a:p>
          <a:p>
            <a:pPr lvl="1"/>
            <a:r>
              <a:rPr lang="pt-BR" dirty="0" smtClean="0"/>
              <a:t>Segundo nível</a:t>
            </a:r>
          </a:p>
          <a:p>
            <a:pPr lvl="2"/>
            <a:r>
              <a:rPr lang="pt-BR" dirty="0" smtClean="0"/>
              <a:t>Terceiro nível</a:t>
            </a:r>
          </a:p>
          <a:p>
            <a:pPr lvl="3"/>
            <a:r>
              <a:rPr lang="pt-BR" dirty="0" smtClean="0"/>
              <a:t>Quarto nível</a:t>
            </a:r>
          </a:p>
          <a:p>
            <a:pPr lvl="4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18" name="CaixaDeTexto 17"/>
          <p:cNvSpPr txBox="1"/>
          <p:nvPr userDrawn="1"/>
        </p:nvSpPr>
        <p:spPr>
          <a:xfrm>
            <a:off x="5148064" y="3284984"/>
            <a:ext cx="3995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 smtClean="0">
                <a:solidFill>
                  <a:srgbClr val="C00000"/>
                </a:solidFill>
                <a:effectLst/>
                <a:latin typeface="+mj-lt"/>
              </a:rPr>
              <a:t>Para maiores</a:t>
            </a:r>
            <a:r>
              <a:rPr lang="pt-BR" sz="2000" baseline="0" dirty="0" smtClean="0">
                <a:solidFill>
                  <a:srgbClr val="C00000"/>
                </a:solidFill>
                <a:effectLst/>
                <a:latin typeface="+mj-lt"/>
              </a:rPr>
              <a:t> informações:</a:t>
            </a:r>
            <a:endParaRPr lang="pt-BR" sz="2000" dirty="0">
              <a:solidFill>
                <a:srgbClr val="C00000"/>
              </a:solidFill>
              <a:effectLst/>
              <a:latin typeface="+mj-lt"/>
            </a:endParaRPr>
          </a:p>
        </p:txBody>
      </p:sp>
      <p:sp>
        <p:nvSpPr>
          <p:cNvPr id="8" name="Botão de ação: Início 7">
            <a:hlinkClick r:id="rId3" action="ppaction://hlinksldjump" highlightClick="1"/>
          </p:cNvPr>
          <p:cNvSpPr/>
          <p:nvPr userDrawn="1"/>
        </p:nvSpPr>
        <p:spPr bwMode="auto">
          <a:xfrm>
            <a:off x="8604448" y="6253915"/>
            <a:ext cx="539552" cy="415445"/>
          </a:xfrm>
          <a:prstGeom prst="actionButtonHome">
            <a:avLst/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800" b="1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84032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Tópic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 rot="10800000">
            <a:off x="-1" y="-2"/>
            <a:ext cx="9144000" cy="6165305"/>
          </a:xfrm>
          <a:prstGeom prst="rect">
            <a:avLst/>
          </a:prstGeom>
          <a:gradFill flip="none" rotWithShape="1">
            <a:gsLst>
              <a:gs pos="0">
                <a:srgbClr val="F8B011">
                  <a:shade val="30000"/>
                  <a:satMod val="115000"/>
                </a:srgbClr>
              </a:gs>
              <a:gs pos="50000">
                <a:srgbClr val="F8B011">
                  <a:shade val="67500"/>
                  <a:satMod val="115000"/>
                </a:srgbClr>
              </a:gs>
              <a:gs pos="100000">
                <a:srgbClr val="F8B011">
                  <a:shade val="100000"/>
                  <a:satMod val="115000"/>
                </a:srgbClr>
              </a:gs>
            </a:gsLst>
            <a:lin ang="0" scaled="1"/>
            <a:tileRect/>
          </a:gradFill>
          <a:ln w="50800" cap="rnd" cmpd="thickThin" algn="ctr">
            <a:noFill/>
            <a:prstDash val="solid"/>
          </a:ln>
          <a:effectLst/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Título 15"/>
          <p:cNvSpPr>
            <a:spLocks noGrp="1"/>
          </p:cNvSpPr>
          <p:nvPr>
            <p:ph type="title"/>
          </p:nvPr>
        </p:nvSpPr>
        <p:spPr>
          <a:xfrm>
            <a:off x="3203848" y="4869280"/>
            <a:ext cx="6336704" cy="1080000"/>
          </a:xfrm>
          <a:prstGeom prst="roundRect">
            <a:avLst/>
          </a:prstGeom>
          <a:solidFill>
            <a:schemeClr val="bg1">
              <a:alpha val="80000"/>
            </a:schemeClr>
          </a:solidFill>
        </p:spPr>
        <p:txBody>
          <a:bodyPr vert="horz" lIns="360000" tIns="360000" rIns="720000" bIns="360000" rtlCol="0" anchor="ctr">
            <a:noAutofit/>
          </a:bodyPr>
          <a:lstStyle>
            <a:lvl1pPr algn="r">
              <a:defRPr sz="8000" b="1">
                <a:solidFill>
                  <a:srgbClr val="1D1D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 smtClean="0"/>
              <a:t>Título</a:t>
            </a:r>
            <a:endParaRPr lang="pt-B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Tóp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 rot="10800000">
            <a:off x="-1" y="-2"/>
            <a:ext cx="9144000" cy="6165305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50000">
                <a:srgbClr val="1D1D11">
                  <a:tint val="44500"/>
                  <a:satMod val="160000"/>
                </a:srgbClr>
              </a:gs>
              <a:gs pos="100000">
                <a:srgbClr val="1D1D11">
                  <a:tint val="23500"/>
                  <a:satMod val="160000"/>
                </a:srgbClr>
              </a:gs>
            </a:gsLst>
            <a:lin ang="18900000" scaled="1"/>
            <a:tileRect/>
          </a:gradFill>
          <a:ln w="50800" cap="rnd" cmpd="thickThin" algn="ctr">
            <a:noFill/>
            <a:prstDash val="solid"/>
          </a:ln>
          <a:effectLst/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Título 15"/>
          <p:cNvSpPr>
            <a:spLocks noGrp="1"/>
          </p:cNvSpPr>
          <p:nvPr>
            <p:ph type="title"/>
          </p:nvPr>
        </p:nvSpPr>
        <p:spPr>
          <a:xfrm>
            <a:off x="3203848" y="4869280"/>
            <a:ext cx="6336704" cy="1080000"/>
          </a:xfrm>
          <a:prstGeom prst="roundRect">
            <a:avLst/>
          </a:prstGeom>
          <a:solidFill>
            <a:schemeClr val="bg1">
              <a:alpha val="80000"/>
            </a:schemeClr>
          </a:solidFill>
        </p:spPr>
        <p:txBody>
          <a:bodyPr vert="horz" lIns="360000" tIns="360000" rIns="720000" bIns="360000" rtlCol="0" anchor="ctr">
            <a:noAutofit/>
          </a:bodyPr>
          <a:lstStyle>
            <a:lvl1pPr algn="r">
              <a:defRPr sz="8000" b="1">
                <a:solidFill>
                  <a:srgbClr val="F8B01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 smtClean="0"/>
              <a:t>Título</a:t>
            </a:r>
            <a:endParaRPr lang="pt-B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Padrã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4"/>
          <p:cNvSpPr>
            <a:spLocks noChangeArrowheads="1"/>
          </p:cNvSpPr>
          <p:nvPr userDrawn="1"/>
        </p:nvSpPr>
        <p:spPr bwMode="auto">
          <a:xfrm>
            <a:off x="0" y="0"/>
            <a:ext cx="9144000" cy="3214688"/>
          </a:xfrm>
          <a:prstGeom prst="rect">
            <a:avLst/>
          </a:prstGeom>
          <a:solidFill>
            <a:srgbClr val="232323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pt-BR" sz="1200" u="sng" dirty="0">
              <a:solidFill>
                <a:schemeClr val="bg1">
                  <a:lumMod val="95000"/>
                </a:schemeClr>
              </a:solidFill>
              <a:latin typeface="Arial Narrow" pitchFamily="34" charset="0"/>
              <a:cs typeface="Arial" charset="0"/>
            </a:endParaRPr>
          </a:p>
        </p:txBody>
      </p:sp>
      <p:pic>
        <p:nvPicPr>
          <p:cNvPr id="17" name="Picture 5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252122"/>
              </a:clrFrom>
              <a:clrTo>
                <a:srgbClr val="252122">
                  <a:alpha val="0"/>
                </a:srgbClr>
              </a:clrTo>
            </a:clrChang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642938"/>
            <a:ext cx="3830637" cy="163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ectangle 3"/>
          <p:cNvSpPr>
            <a:spLocks noChangeArrowheads="1"/>
          </p:cNvSpPr>
          <p:nvPr userDrawn="1"/>
        </p:nvSpPr>
        <p:spPr bwMode="auto">
          <a:xfrm>
            <a:off x="2411413" y="2803525"/>
            <a:ext cx="4662487" cy="785813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pt-BR" sz="2400" b="1" dirty="0" smtClean="0">
              <a:solidFill>
                <a:srgbClr val="FFC000"/>
              </a:solidFill>
              <a:latin typeface="Arial Narrow" pitchFamily="34" charset="0"/>
              <a:cs typeface="Arial" charset="0"/>
            </a:endParaRPr>
          </a:p>
        </p:txBody>
      </p:sp>
      <p:pic>
        <p:nvPicPr>
          <p:cNvPr id="23" name="Picture 7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88" y="4005263"/>
            <a:ext cx="7323137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Espaço Reservado para Texto 14"/>
          <p:cNvSpPr>
            <a:spLocks noGrp="1"/>
          </p:cNvSpPr>
          <p:nvPr>
            <p:ph type="body" sz="quarter" idx="10" hasCustomPrompt="1"/>
          </p:nvPr>
        </p:nvSpPr>
        <p:spPr>
          <a:xfrm>
            <a:off x="2438656" y="2780928"/>
            <a:ext cx="4608000" cy="792163"/>
          </a:xfrm>
        </p:spPr>
        <p:txBody>
          <a:bodyPr anchor="ctr" anchorCtr="0"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  <a:lvl5pPr marL="20574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pt-BR" sz="2000" dirty="0"/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 Narrow" pitchFamily="34" charset="0"/>
                <a:ea typeface="+mn-ea"/>
                <a:cs typeface="Arial" charset="0"/>
              </a:rPr>
              <a:t>PLATAFORMA  ATHEVA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316416" y="0"/>
            <a:ext cx="762000" cy="365760"/>
          </a:xfrm>
          <a:prstGeom prst="rect">
            <a:avLst/>
          </a:prstGeom>
        </p:spPr>
        <p:txBody>
          <a:bodyPr/>
          <a:lstStyle>
            <a:lvl1pPr algn="r">
              <a:defRPr sz="1600">
                <a:latin typeface="+mj-lt"/>
              </a:defRPr>
            </a:lvl1pPr>
          </a:lstStyle>
          <a:p>
            <a:fld id="{BD148324-2334-4ABD-8D9D-559EFF39F9D8}" type="slidenum">
              <a:rPr lang="pt-BR" altLang="pt-BR" smtClean="0"/>
              <a:pPr/>
              <a:t>‹nº›</a:t>
            </a:fld>
            <a:endParaRPr lang="pt-BR" altLang="pt-BR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resen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de cantos arredondados 2"/>
          <p:cNvSpPr/>
          <p:nvPr userDrawn="1"/>
        </p:nvSpPr>
        <p:spPr bwMode="auto">
          <a:xfrm>
            <a:off x="432000" y="0"/>
            <a:ext cx="8280000" cy="6021288"/>
          </a:xfrm>
          <a:prstGeom prst="roundRect">
            <a:avLst>
              <a:gd name="adj" fmla="val 1970"/>
            </a:avLst>
          </a:prstGeom>
          <a:solidFill>
            <a:srgbClr val="FFFFCC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0" tIns="45720" rIns="180000" bIns="45720" numCol="1" rtlCol="0" anchor="ctr" anchorCtr="0" compatLnSpc="1">
            <a:prstTxWarp prst="textNoShape">
              <a:avLst/>
            </a:prstTxWarp>
          </a:bodyPr>
          <a:lstStyle/>
          <a:p>
            <a:pPr algn="just"/>
            <a:endParaRPr lang="pt-BR" sz="1400" i="1" dirty="0" smtClean="0">
              <a:solidFill>
                <a:schemeClr val="tx1">
                  <a:lumMod val="95000"/>
                  <a:lumOff val="5000"/>
                </a:schemeClr>
              </a:solidFill>
              <a:latin typeface="Arial Narrow" pitchFamily="34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0" hasCustomPrompt="1"/>
          </p:nvPr>
        </p:nvSpPr>
        <p:spPr>
          <a:xfrm>
            <a:off x="395288" y="0"/>
            <a:ext cx="8353425" cy="6021388"/>
          </a:xfrm>
          <a:prstGeom prst="rect">
            <a:avLst/>
          </a:prstGeom>
        </p:spPr>
        <p:txBody>
          <a:bodyPr anchor="ctr" anchorCtr="0"/>
          <a:lstStyle>
            <a:lvl1pPr marL="0" marR="0" indent="0" algn="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+mn-ea"/>
                <a:cs typeface="Arial" panose="020B0604020202020204" pitchFamily="34" charset="0"/>
              </a:rPr>
              <a:t>Caro Aluno,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+mn-ea"/>
                <a:cs typeface="Arial" panose="020B0604020202020204" pitchFamily="34" charset="0"/>
              </a:rPr>
              <a:t>	</a:t>
            </a:r>
            <a:r>
              <a:rPr kumimoji="0" lang="pt-B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itchFamily="34" charset="0"/>
                <a:ea typeface="+mn-ea"/>
                <a:cs typeface="Arial" panose="020B0604020202020204" pitchFamily="34" charset="0"/>
              </a:rPr>
              <a:t>Digite o texto ao aluno aqui.</a:t>
            </a:r>
          </a:p>
          <a:p>
            <a:pPr marL="0" marR="0" lvl="0" indent="0" algn="just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1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Arial Narrow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itchFamily="34" charset="0"/>
                <a:ea typeface="+mn-ea"/>
                <a:cs typeface="Arial" panose="020B0604020202020204" pitchFamily="34" charset="0"/>
              </a:rPr>
              <a:t>Equipe Kademi</a:t>
            </a:r>
            <a:endParaRPr kumimoji="0" lang="pt-BR" sz="1400" b="0" i="1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Arial Narrow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/>
          <p:cNvSpPr/>
          <p:nvPr userDrawn="1"/>
        </p:nvSpPr>
        <p:spPr bwMode="auto">
          <a:xfrm>
            <a:off x="467544" y="1124744"/>
            <a:ext cx="8280000" cy="352839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200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4" name="Retângulo de cantos arredondados 13"/>
          <p:cNvSpPr/>
          <p:nvPr userDrawn="1"/>
        </p:nvSpPr>
        <p:spPr bwMode="auto">
          <a:xfrm>
            <a:off x="467544" y="404664"/>
            <a:ext cx="8280000" cy="576064"/>
          </a:xfrm>
          <a:prstGeom prst="roundRect">
            <a:avLst/>
          </a:prstGeom>
          <a:solidFill>
            <a:srgbClr val="FFC000">
              <a:alpha val="9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200" b="1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</a:endParaRPr>
          </a:p>
        </p:txBody>
      </p:sp>
      <p:sp>
        <p:nvSpPr>
          <p:cNvPr id="15" name="Retângulo de cantos arredondados 14"/>
          <p:cNvSpPr/>
          <p:nvPr userDrawn="1"/>
        </p:nvSpPr>
        <p:spPr bwMode="auto">
          <a:xfrm>
            <a:off x="467544" y="4797152"/>
            <a:ext cx="8280000" cy="1296144"/>
          </a:xfrm>
          <a:prstGeom prst="roundRect">
            <a:avLst>
              <a:gd name="adj" fmla="val 1970"/>
            </a:avLst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0" tIns="45720" rIns="18000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tabLst>
                <a:tab pos="0" algn="l"/>
              </a:tabLst>
            </a:pPr>
            <a:endParaRPr lang="pt-BR" sz="2000" b="1" dirty="0" smtClean="0">
              <a:solidFill>
                <a:schemeClr val="tx1">
                  <a:lumMod val="95000"/>
                  <a:lumOff val="5000"/>
                </a:schemeClr>
              </a:solidFill>
              <a:latin typeface="Arial Narrow" pitchFamily="34" charset="0"/>
            </a:endParaRPr>
          </a:p>
        </p:txBody>
      </p:sp>
      <p:sp>
        <p:nvSpPr>
          <p:cNvPr id="23" name="Espaço Reservado para Número de Slide 13"/>
          <p:cNvSpPr>
            <a:spLocks noGrp="1"/>
          </p:cNvSpPr>
          <p:nvPr userDrawn="1">
            <p:ph type="sldNum" sz="quarter" idx="12"/>
          </p:nvPr>
        </p:nvSpPr>
        <p:spPr>
          <a:xfrm>
            <a:off x="8316416" y="0"/>
            <a:ext cx="762000" cy="365760"/>
          </a:xfrm>
          <a:prstGeom prst="rect">
            <a:avLst/>
          </a:prstGeom>
        </p:spPr>
        <p:txBody>
          <a:bodyPr/>
          <a:lstStyle/>
          <a:p>
            <a:pPr algn="r"/>
            <a:fld id="{BD148324-2334-4ABD-8D9D-559EFF39F9D8}" type="slidenum">
              <a:rPr lang="pt-BR" altLang="pt-BR" smtClean="0"/>
              <a:pPr algn="r"/>
              <a:t>‹nº›</a:t>
            </a:fld>
            <a:endParaRPr lang="pt-BR" altLang="pt-BR" dirty="0"/>
          </a:p>
        </p:txBody>
      </p:sp>
      <p:sp>
        <p:nvSpPr>
          <p:cNvPr id="32" name="Espaço Reservado para Texto 31"/>
          <p:cNvSpPr>
            <a:spLocks noGrp="1"/>
          </p:cNvSpPr>
          <p:nvPr>
            <p:ph type="body" sz="quarter" idx="13" hasCustomPrompt="1"/>
          </p:nvPr>
        </p:nvSpPr>
        <p:spPr>
          <a:xfrm>
            <a:off x="468313" y="404663"/>
            <a:ext cx="8280400" cy="576411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  <a:lvl5pPr marL="1389888" marR="0" indent="-18288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▫"/>
              <a:tabLst/>
              <a:defRPr sz="1050"/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+mn-ea"/>
                <a:cs typeface="Arial" panose="020B0604020202020204" pitchFamily="34" charset="0"/>
              </a:rPr>
              <a:t>1. Título</a:t>
            </a:r>
            <a:endParaRPr kumimoji="0" lang="pt-BR" sz="12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+mn-ea"/>
              <a:cs typeface="Arial" panose="020B0604020202020204" pitchFamily="34" charset="0"/>
            </a:endParaRPr>
          </a:p>
          <a:p>
            <a:pPr lvl="4"/>
            <a:endParaRPr lang="pt-BR" dirty="0"/>
          </a:p>
        </p:txBody>
      </p:sp>
      <p:sp>
        <p:nvSpPr>
          <p:cNvPr id="34" name="Espaço Reservado para Imagem 33"/>
          <p:cNvSpPr>
            <a:spLocks noGrp="1"/>
          </p:cNvSpPr>
          <p:nvPr>
            <p:ph type="pic" sz="quarter" idx="14"/>
          </p:nvPr>
        </p:nvSpPr>
        <p:spPr>
          <a:xfrm>
            <a:off x="2051669" y="1196752"/>
            <a:ext cx="5111750" cy="3384550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36" name="Espaço Reservado para Texto 35"/>
          <p:cNvSpPr>
            <a:spLocks noGrp="1"/>
          </p:cNvSpPr>
          <p:nvPr>
            <p:ph type="body" sz="quarter" idx="15" hasCustomPrompt="1"/>
          </p:nvPr>
        </p:nvSpPr>
        <p:spPr>
          <a:xfrm>
            <a:off x="468313" y="4797425"/>
            <a:ext cx="8280400" cy="1295400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>
                <a:tab pos="0" algn="l"/>
              </a:tabLst>
              <a:defRPr sz="3600"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 Narrow" pitchFamily="34" charset="0"/>
                <a:ea typeface="+mn-ea"/>
                <a:cs typeface="Arial" panose="020B0604020202020204" pitchFamily="34" charset="0"/>
              </a:rPr>
              <a:t>Subtítulo / Tópico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>
                <a:tab pos="0" algn="l"/>
              </a:tabLst>
              <a:defRPr/>
            </a:pPr>
            <a:r>
              <a:rPr kumimoji="0" lang="pt-B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+mn-ea"/>
                <a:cs typeface="Arial" panose="020B0604020202020204" pitchFamily="34" charset="0"/>
              </a:rPr>
              <a:t>Digite aqui o texto,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>
                <a:tab pos="0" algn="l"/>
              </a:tabLst>
              <a:defRPr/>
            </a:pPr>
            <a:r>
              <a:rPr kumimoji="0" lang="pt-BR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+mn-ea"/>
                <a:cs typeface="Arial" panose="020B0604020202020204" pitchFamily="34" charset="0"/>
              </a:rPr>
              <a:t>Se preciso enumere com a ferramenta “numeração”.</a:t>
            </a:r>
            <a:endParaRPr kumimoji="0" lang="pt-BR" sz="2000" b="1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Arial Narrow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de tópic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/>
          <p:cNvSpPr/>
          <p:nvPr userDrawn="1"/>
        </p:nvSpPr>
        <p:spPr>
          <a:xfrm rot="10800000">
            <a:off x="-1" y="-1"/>
            <a:ext cx="9144000" cy="6858000"/>
          </a:xfrm>
          <a:prstGeom prst="rect">
            <a:avLst/>
          </a:prstGeom>
          <a:gradFill flip="none" rotWithShape="1">
            <a:gsLst>
              <a:gs pos="0">
                <a:srgbClr val="017674">
                  <a:shade val="30000"/>
                  <a:satMod val="115000"/>
                </a:srgbClr>
              </a:gs>
              <a:gs pos="50000">
                <a:srgbClr val="017674">
                  <a:shade val="67500"/>
                  <a:satMod val="115000"/>
                </a:srgbClr>
              </a:gs>
              <a:gs pos="100000">
                <a:srgbClr val="017674">
                  <a:shade val="100000"/>
                  <a:satMod val="115000"/>
                </a:srgbClr>
              </a:gs>
            </a:gsLst>
            <a:lin ang="540000" scaled="0"/>
            <a:tileRect/>
          </a:gradFill>
          <a:ln w="50800" cap="rnd" cmpd="thickThin" algn="ctr">
            <a:noFill/>
            <a:prstDash val="solid"/>
          </a:ln>
          <a:effectLst/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grpSp>
        <p:nvGrpSpPr>
          <p:cNvPr id="2" name="Grupo 13"/>
          <p:cNvGrpSpPr/>
          <p:nvPr userDrawn="1"/>
        </p:nvGrpSpPr>
        <p:grpSpPr>
          <a:xfrm>
            <a:off x="-2" y="6257324"/>
            <a:ext cx="9144001" cy="540000"/>
            <a:chOff x="-1" y="6257324"/>
            <a:chExt cx="7236296" cy="540000"/>
          </a:xfrm>
          <a:solidFill>
            <a:schemeClr val="bg1">
              <a:alpha val="80000"/>
            </a:schemeClr>
          </a:solidFill>
        </p:grpSpPr>
        <p:sp>
          <p:nvSpPr>
            <p:cNvPr id="18" name="Retângulo 17"/>
            <p:cNvSpPr/>
            <p:nvPr userDrawn="1"/>
          </p:nvSpPr>
          <p:spPr>
            <a:xfrm rot="10800000">
              <a:off x="0" y="6257324"/>
              <a:ext cx="7236295" cy="81391"/>
            </a:xfrm>
            <a:prstGeom prst="rect">
              <a:avLst/>
            </a:prstGeom>
            <a:grpFill/>
            <a:ln w="50800" cap="rnd" cmpd="thickThin" algn="ctr">
              <a:noFill/>
              <a:prstDash val="solid"/>
            </a:ln>
            <a:effectLst/>
            <a:scene3d>
              <a:camera prst="orthographicFront">
                <a:rot lat="10800000" lon="0" rev="0"/>
              </a:camera>
              <a:lightRig rig="threePt" dir="t"/>
            </a:scene3d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0" hangingPunct="1"/>
              <a:endParaRPr kumimoji="0" lang="en-US"/>
            </a:p>
          </p:txBody>
        </p:sp>
        <p:sp>
          <p:nvSpPr>
            <p:cNvPr id="19" name="Retângulo 18"/>
            <p:cNvSpPr/>
            <p:nvPr userDrawn="1"/>
          </p:nvSpPr>
          <p:spPr>
            <a:xfrm rot="10800000">
              <a:off x="0" y="6497763"/>
              <a:ext cx="7236295" cy="299561"/>
            </a:xfrm>
            <a:prstGeom prst="rect">
              <a:avLst/>
            </a:prstGeom>
            <a:grpFill/>
            <a:ln w="50800" cap="rnd" cmpd="thickThin" algn="ctr">
              <a:noFill/>
              <a:prstDash val="solid"/>
            </a:ln>
            <a:effectLst/>
            <a:scene3d>
              <a:camera prst="orthographicFront">
                <a:rot lat="10800000" lon="0" rev="0"/>
              </a:camera>
              <a:lightRig rig="threePt" dir="t"/>
            </a:scene3d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0" hangingPunct="1"/>
              <a:endParaRPr kumimoji="0" lang="en-US"/>
            </a:p>
          </p:txBody>
        </p:sp>
        <p:sp>
          <p:nvSpPr>
            <p:cNvPr id="20" name="Retângulo 19"/>
            <p:cNvSpPr/>
            <p:nvPr userDrawn="1"/>
          </p:nvSpPr>
          <p:spPr>
            <a:xfrm rot="10800000">
              <a:off x="-1" y="6407121"/>
              <a:ext cx="7236296" cy="88173"/>
            </a:xfrm>
            <a:prstGeom prst="rect">
              <a:avLst/>
            </a:prstGeom>
            <a:grpFill/>
            <a:ln w="50800" cap="rnd" cmpd="thickThin" algn="ctr">
              <a:noFill/>
              <a:prstDash val="solid"/>
            </a:ln>
            <a:effectLst/>
            <a:scene3d>
              <a:camera prst="orthographicFront">
                <a:rot lat="10800000" lon="0" rev="0"/>
              </a:camera>
              <a:lightRig rig="threePt" dir="t"/>
            </a:scene3d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0" hangingPunct="1"/>
              <a:endParaRPr kumimoji="0" lang="en-US"/>
            </a:p>
          </p:txBody>
        </p:sp>
      </p:grpSp>
      <p:sp>
        <p:nvSpPr>
          <p:cNvPr id="21" name="Espaço Reservado para Título 15"/>
          <p:cNvSpPr>
            <a:spLocks noGrp="1"/>
          </p:cNvSpPr>
          <p:nvPr>
            <p:ph type="title"/>
          </p:nvPr>
        </p:nvSpPr>
        <p:spPr>
          <a:xfrm>
            <a:off x="3203848" y="4869280"/>
            <a:ext cx="6336704" cy="1080000"/>
          </a:xfrm>
          <a:prstGeom prst="roundRect">
            <a:avLst/>
          </a:prstGeom>
          <a:solidFill>
            <a:schemeClr val="bg1">
              <a:alpha val="80000"/>
            </a:schemeClr>
          </a:solidFill>
        </p:spPr>
        <p:txBody>
          <a:bodyPr vert="horz" lIns="360000" tIns="360000" rIns="720000" bIns="360000" rtlCol="0" anchor="ctr">
            <a:noAutofit/>
          </a:bodyPr>
          <a:lstStyle>
            <a:lvl1pPr algn="r">
              <a:defRPr sz="8000" b="1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 smtClean="0"/>
              <a:t>Título</a:t>
            </a:r>
            <a:endParaRPr lang="pt-BR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 de tóp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 userDrawn="1"/>
        </p:nvSpPr>
        <p:spPr>
          <a:xfrm rot="10800000">
            <a:off x="-1" y="-1"/>
            <a:ext cx="9144000" cy="6858000"/>
          </a:xfrm>
          <a:prstGeom prst="rect">
            <a:avLst/>
          </a:prstGeom>
          <a:gradFill flip="none" rotWithShape="1">
            <a:gsLst>
              <a:gs pos="0">
                <a:srgbClr val="FF6600">
                  <a:shade val="30000"/>
                  <a:satMod val="115000"/>
                </a:srgbClr>
              </a:gs>
              <a:gs pos="50000">
                <a:srgbClr val="FF6600">
                  <a:shade val="67500"/>
                  <a:satMod val="115000"/>
                </a:srgbClr>
              </a:gs>
              <a:gs pos="100000">
                <a:srgbClr val="FF6600">
                  <a:shade val="100000"/>
                  <a:satMod val="115000"/>
                </a:srgbClr>
              </a:gs>
            </a:gsLst>
            <a:lin ang="2700000" scaled="1"/>
            <a:tileRect/>
          </a:gradFill>
          <a:ln w="50800" cap="rnd" cmpd="thickThin" algn="ctr">
            <a:noFill/>
            <a:prstDash val="solid"/>
          </a:ln>
          <a:effectLst/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grpSp>
        <p:nvGrpSpPr>
          <p:cNvPr id="2" name="Grupo 13"/>
          <p:cNvGrpSpPr/>
          <p:nvPr userDrawn="1"/>
        </p:nvGrpSpPr>
        <p:grpSpPr>
          <a:xfrm>
            <a:off x="-2" y="6257324"/>
            <a:ext cx="9144001" cy="540000"/>
            <a:chOff x="-1" y="6257324"/>
            <a:chExt cx="7236296" cy="540000"/>
          </a:xfrm>
          <a:solidFill>
            <a:schemeClr val="bg1">
              <a:alpha val="80000"/>
            </a:schemeClr>
          </a:solidFill>
        </p:grpSpPr>
        <p:sp>
          <p:nvSpPr>
            <p:cNvPr id="11" name="Retângulo 10"/>
            <p:cNvSpPr/>
            <p:nvPr userDrawn="1"/>
          </p:nvSpPr>
          <p:spPr>
            <a:xfrm rot="10800000">
              <a:off x="0" y="6257324"/>
              <a:ext cx="7236295" cy="81391"/>
            </a:xfrm>
            <a:prstGeom prst="rect">
              <a:avLst/>
            </a:prstGeom>
            <a:grpFill/>
            <a:ln w="50800" cap="rnd" cmpd="thickThin" algn="ctr">
              <a:noFill/>
              <a:prstDash val="solid"/>
            </a:ln>
            <a:effectLst/>
            <a:scene3d>
              <a:camera prst="orthographicFront">
                <a:rot lat="10800000" lon="0" rev="0"/>
              </a:camera>
              <a:lightRig rig="threePt" dir="t"/>
            </a:scene3d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0" hangingPunct="1"/>
              <a:endParaRPr kumimoji="0" lang="en-US"/>
            </a:p>
          </p:txBody>
        </p:sp>
        <p:sp>
          <p:nvSpPr>
            <p:cNvPr id="12" name="Retângulo 11"/>
            <p:cNvSpPr/>
            <p:nvPr userDrawn="1"/>
          </p:nvSpPr>
          <p:spPr>
            <a:xfrm rot="10800000">
              <a:off x="0" y="6497763"/>
              <a:ext cx="7236295" cy="299561"/>
            </a:xfrm>
            <a:prstGeom prst="rect">
              <a:avLst/>
            </a:prstGeom>
            <a:grpFill/>
            <a:ln w="50800" cap="rnd" cmpd="thickThin" algn="ctr">
              <a:noFill/>
              <a:prstDash val="solid"/>
            </a:ln>
            <a:effectLst/>
            <a:scene3d>
              <a:camera prst="orthographicFront">
                <a:rot lat="10800000" lon="0" rev="0"/>
              </a:camera>
              <a:lightRig rig="threePt" dir="t"/>
            </a:scene3d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0" hangingPunct="1"/>
              <a:endParaRPr kumimoji="0" lang="en-US"/>
            </a:p>
          </p:txBody>
        </p:sp>
        <p:sp>
          <p:nvSpPr>
            <p:cNvPr id="13" name="Retângulo 12"/>
            <p:cNvSpPr/>
            <p:nvPr userDrawn="1"/>
          </p:nvSpPr>
          <p:spPr>
            <a:xfrm rot="10800000">
              <a:off x="-1" y="6407121"/>
              <a:ext cx="7236296" cy="88173"/>
            </a:xfrm>
            <a:prstGeom prst="rect">
              <a:avLst/>
            </a:prstGeom>
            <a:grpFill/>
            <a:ln w="50800" cap="rnd" cmpd="thickThin" algn="ctr">
              <a:noFill/>
              <a:prstDash val="solid"/>
            </a:ln>
            <a:effectLst/>
            <a:scene3d>
              <a:camera prst="orthographicFront">
                <a:rot lat="10800000" lon="0" rev="0"/>
              </a:camera>
              <a:lightRig rig="threePt" dir="t"/>
            </a:scene3d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0" hangingPunct="1"/>
              <a:endParaRPr kumimoji="0" lang="en-US"/>
            </a:p>
          </p:txBody>
        </p:sp>
      </p:grpSp>
      <p:sp>
        <p:nvSpPr>
          <p:cNvPr id="17" name="Espaço Reservado para Título 15"/>
          <p:cNvSpPr>
            <a:spLocks noGrp="1"/>
          </p:cNvSpPr>
          <p:nvPr>
            <p:ph type="title"/>
          </p:nvPr>
        </p:nvSpPr>
        <p:spPr>
          <a:xfrm>
            <a:off x="3203848" y="4869280"/>
            <a:ext cx="6336704" cy="1080000"/>
          </a:xfrm>
          <a:prstGeom prst="roundRect">
            <a:avLst/>
          </a:prstGeom>
          <a:solidFill>
            <a:schemeClr val="bg1">
              <a:alpha val="80000"/>
            </a:schemeClr>
          </a:solidFill>
        </p:spPr>
        <p:txBody>
          <a:bodyPr vert="horz" lIns="360000" tIns="360000" rIns="720000" bIns="360000" rtlCol="0" anchor="ctr">
            <a:noAutofit/>
          </a:bodyPr>
          <a:lstStyle>
            <a:lvl1pPr algn="r">
              <a:defRPr sz="8000" b="1">
                <a:solidFill>
                  <a:srgbClr val="0176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pt-BR" dirty="0" smtClean="0"/>
              <a:t>Título</a:t>
            </a:r>
            <a:endParaRPr lang="pt-BR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C:\Users\maicon.lima\Google Drive\Marketing\Material\Logos- kademi e atheva\KADEMI VETORIZADO_estimule.png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43520" y="277971"/>
            <a:ext cx="2805155" cy="1350829"/>
          </a:xfrm>
          <a:prstGeom prst="rect">
            <a:avLst/>
          </a:prstGeom>
          <a:noFill/>
        </p:spPr>
      </p:pic>
      <p:pic>
        <p:nvPicPr>
          <p:cNvPr id="19" name="Imagem 18" descr="imac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64871" y="581709"/>
            <a:ext cx="5717914" cy="4891661"/>
          </a:xfrm>
          <a:prstGeom prst="rect">
            <a:avLst/>
          </a:prstGeom>
        </p:spPr>
      </p:pic>
      <p:pic>
        <p:nvPicPr>
          <p:cNvPr id="20" name="Imagem 19" descr="statesman-1.png"/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3F3F3"/>
              </a:clrFrom>
              <a:clrTo>
                <a:srgbClr val="F3F3F3">
                  <a:alpha val="0"/>
                </a:srgbClr>
              </a:clrTo>
            </a:clrChange>
          </a:blip>
          <a:srcRect l="8500" t="5248" r="9051" b="9197"/>
          <a:stretch>
            <a:fillRect/>
          </a:stretch>
        </p:blipFill>
        <p:spPr>
          <a:xfrm>
            <a:off x="3492703" y="2409168"/>
            <a:ext cx="5486426" cy="3485427"/>
          </a:xfrm>
          <a:prstGeom prst="rect">
            <a:avLst/>
          </a:prstGeom>
        </p:spPr>
      </p:pic>
      <p:pic>
        <p:nvPicPr>
          <p:cNvPr id="21" name="Imagem 20" descr="tablet.png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410177" y="3950379"/>
            <a:ext cx="3513751" cy="2382788"/>
          </a:xfrm>
          <a:prstGeom prst="rect">
            <a:avLst/>
          </a:prstGeom>
        </p:spPr>
      </p:pic>
      <p:sp>
        <p:nvSpPr>
          <p:cNvPr id="22" name="CaixaDeTexto 21"/>
          <p:cNvSpPr txBox="1"/>
          <p:nvPr userDrawn="1"/>
        </p:nvSpPr>
        <p:spPr>
          <a:xfrm>
            <a:off x="6265180" y="1790139"/>
            <a:ext cx="2448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smtClean="0">
                <a:solidFill>
                  <a:srgbClr val="FF6600"/>
                </a:solidFill>
                <a:latin typeface="+mj-lt"/>
              </a:rPr>
              <a:t>Mais de 100 mil alunos atendidos em todo Brasil.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/>
          <p:cNvSpPr/>
          <p:nvPr userDrawn="1"/>
        </p:nvSpPr>
        <p:spPr bwMode="auto">
          <a:xfrm>
            <a:off x="468024" y="1124744"/>
            <a:ext cx="8280000" cy="4968552"/>
          </a:xfrm>
          <a:prstGeom prst="rect">
            <a:avLst/>
          </a:prstGeom>
          <a:solidFill>
            <a:schemeClr val="bg1">
              <a:lumMod val="75000"/>
              <a:alpha val="40000"/>
            </a:schemeClr>
          </a:solidFill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200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3" name="Espaço Reservado para Número de Slide 13"/>
          <p:cNvSpPr>
            <a:spLocks noGrp="1"/>
          </p:cNvSpPr>
          <p:nvPr userDrawn="1">
            <p:ph type="sldNum" sz="quarter" idx="12"/>
          </p:nvPr>
        </p:nvSpPr>
        <p:spPr>
          <a:xfrm>
            <a:off x="8316416" y="0"/>
            <a:ext cx="762000" cy="365760"/>
          </a:xfrm>
          <a:prstGeom prst="rect">
            <a:avLst/>
          </a:prstGeom>
        </p:spPr>
        <p:txBody>
          <a:bodyPr/>
          <a:lstStyle/>
          <a:p>
            <a:pPr algn="r"/>
            <a:fld id="{BD148324-2334-4ABD-8D9D-559EFF39F9D8}" type="slidenum">
              <a:rPr lang="pt-BR" altLang="pt-BR" smtClean="0"/>
              <a:pPr algn="r"/>
              <a:t>‹nº›</a:t>
            </a:fld>
            <a:endParaRPr lang="pt-BR" altLang="pt-BR" dirty="0"/>
          </a:p>
        </p:txBody>
      </p:sp>
      <p:sp>
        <p:nvSpPr>
          <p:cNvPr id="32" name="Espaço Reservado para Texto 31"/>
          <p:cNvSpPr>
            <a:spLocks noGrp="1"/>
          </p:cNvSpPr>
          <p:nvPr>
            <p:ph type="body" sz="quarter" idx="13" hasCustomPrompt="1"/>
          </p:nvPr>
        </p:nvSpPr>
        <p:spPr>
          <a:xfrm>
            <a:off x="468313" y="404663"/>
            <a:ext cx="8280400" cy="576411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  <a:lvl5pPr marL="1389888" marR="0" indent="-18288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▫"/>
              <a:tabLst/>
              <a:defRPr sz="1050"/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+mn-ea"/>
                <a:cs typeface="Arial" panose="020B0604020202020204" pitchFamily="34" charset="0"/>
              </a:rPr>
              <a:t>1. Título</a:t>
            </a:r>
            <a:endParaRPr kumimoji="0" lang="pt-BR" sz="12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+mn-ea"/>
              <a:cs typeface="Arial" panose="020B0604020202020204" pitchFamily="34" charset="0"/>
            </a:endParaRPr>
          </a:p>
          <a:p>
            <a:pPr lvl="4"/>
            <a:endParaRPr lang="pt-BR" dirty="0"/>
          </a:p>
        </p:txBody>
      </p:sp>
      <p:sp>
        <p:nvSpPr>
          <p:cNvPr id="15" name="Espaço Reservado para Texto 2"/>
          <p:cNvSpPr txBox="1">
            <a:spLocks/>
          </p:cNvSpPr>
          <p:nvPr userDrawn="1"/>
        </p:nvSpPr>
        <p:spPr>
          <a:xfrm>
            <a:off x="0" y="404664"/>
            <a:ext cx="8748464" cy="576064"/>
          </a:xfrm>
          <a:prstGeom prst="homePlate">
            <a:avLst/>
          </a:prstGeom>
          <a:solidFill>
            <a:srgbClr val="FFCC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endParaRPr lang="pt-BR" sz="1100" b="1" dirty="0" smtClean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05433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9.png"/><Relationship Id="rId5" Type="http://schemas.openxmlformats.org/officeDocument/2006/relationships/slideLayout" Target="../slideLayouts/slideLayout16.xml"/><Relationship Id="rId10" Type="http://schemas.openxmlformats.org/officeDocument/2006/relationships/hyperlink" Target="http://www.kademi.com.br/" TargetMode="External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Clique para editar os estilos do texto mestre</a:t>
            </a:r>
          </a:p>
          <a:p>
            <a:pPr lvl="1"/>
            <a:r>
              <a:rPr lang="pt-BR" altLang="pt-BR" smtClean="0"/>
              <a:t>Segundo nível</a:t>
            </a:r>
          </a:p>
          <a:p>
            <a:pPr lvl="2"/>
            <a:r>
              <a:rPr lang="pt-BR" altLang="pt-BR" smtClean="0"/>
              <a:t>Terceiro nível</a:t>
            </a:r>
          </a:p>
          <a:p>
            <a:pPr lvl="3"/>
            <a:r>
              <a:rPr lang="pt-BR" altLang="pt-BR" smtClean="0"/>
              <a:t>Quarto nível</a:t>
            </a:r>
          </a:p>
          <a:p>
            <a:pPr lvl="4"/>
            <a:r>
              <a:rPr lang="pt-BR" altLang="pt-BR" smtClean="0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 u="none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 u="none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fld id="{45AF2110-416F-44D1-9109-9C85F6C3F29C}" type="slidenum">
              <a:rPr lang="pt-BR" altLang="pt-BR"/>
              <a:pPr/>
              <a:t>‹nº›</a:t>
            </a:fld>
            <a:endParaRPr lang="pt-BR" altLang="pt-BR" dirty="0"/>
          </a:p>
        </p:txBody>
      </p:sp>
      <p:pic>
        <p:nvPicPr>
          <p:cNvPr id="1031" name="Picture 7" descr="C:\Users\Cyrille\Documents\Atheva\Management\Marketing\Material\PPT\atheva_template_ppt_white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50" r:id="rId2"/>
    <p:sldLayoutId id="2147483735" r:id="rId3"/>
    <p:sldLayoutId id="2147483751" r:id="rId4"/>
    <p:sldLayoutId id="2147483726" r:id="rId5"/>
    <p:sldLayoutId id="2147483727" r:id="rId6"/>
    <p:sldLayoutId id="2147483736" r:id="rId7"/>
    <p:sldLayoutId id="2147483747" r:id="rId8"/>
    <p:sldLayoutId id="2147483728" r:id="rId9"/>
    <p:sldLayoutId id="2147483729" r:id="rId10"/>
    <p:sldLayoutId id="214748373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/>
          <p:cNvSpPr/>
          <p:nvPr userDrawn="1"/>
        </p:nvSpPr>
        <p:spPr>
          <a:xfrm rot="10800000">
            <a:off x="0" y="6257324"/>
            <a:ext cx="7236295" cy="81391"/>
          </a:xfrm>
          <a:prstGeom prst="rect">
            <a:avLst/>
          </a:prstGeom>
          <a:solidFill>
            <a:srgbClr val="F08225"/>
          </a:solidFill>
          <a:ln w="50800" cap="rnd" cmpd="thickThin" algn="ctr">
            <a:noFill/>
            <a:prstDash val="solid"/>
          </a:ln>
          <a:effectLst/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1" name="Retângulo 20"/>
          <p:cNvSpPr/>
          <p:nvPr userDrawn="1"/>
        </p:nvSpPr>
        <p:spPr>
          <a:xfrm rot="10800000">
            <a:off x="0" y="6497763"/>
            <a:ext cx="7236295" cy="299561"/>
          </a:xfrm>
          <a:prstGeom prst="rect">
            <a:avLst/>
          </a:prstGeom>
          <a:solidFill>
            <a:srgbClr val="017674"/>
          </a:solidFill>
          <a:ln w="50800" cap="rnd" cmpd="thickThin" algn="ctr">
            <a:noFill/>
            <a:prstDash val="solid"/>
          </a:ln>
          <a:effectLst/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tângulo 23"/>
          <p:cNvSpPr/>
          <p:nvPr userDrawn="1"/>
        </p:nvSpPr>
        <p:spPr>
          <a:xfrm rot="10800000">
            <a:off x="-1" y="6407121"/>
            <a:ext cx="7236296" cy="88173"/>
          </a:xfrm>
          <a:prstGeom prst="rect">
            <a:avLst/>
          </a:prstGeom>
          <a:solidFill>
            <a:srgbClr val="017674">
              <a:alpha val="50000"/>
            </a:srgbClr>
          </a:solidFill>
          <a:ln w="50800" cap="rnd" cmpd="thickThin" algn="ctr">
            <a:noFill/>
            <a:prstDash val="solid"/>
          </a:ln>
          <a:effectLst/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tângulo 24"/>
          <p:cNvSpPr/>
          <p:nvPr userDrawn="1"/>
        </p:nvSpPr>
        <p:spPr>
          <a:xfrm rot="10800000">
            <a:off x="8748464" y="6245992"/>
            <a:ext cx="395536" cy="81391"/>
          </a:xfrm>
          <a:prstGeom prst="rect">
            <a:avLst/>
          </a:prstGeom>
          <a:solidFill>
            <a:srgbClr val="F08225"/>
          </a:solidFill>
          <a:ln w="50800" cap="rnd" cmpd="thickThin" algn="ctr">
            <a:noFill/>
            <a:prstDash val="solid"/>
          </a:ln>
          <a:effectLst/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tângulo 25"/>
          <p:cNvSpPr/>
          <p:nvPr userDrawn="1"/>
        </p:nvSpPr>
        <p:spPr>
          <a:xfrm rot="10800000">
            <a:off x="8748464" y="6486431"/>
            <a:ext cx="395536" cy="299561"/>
          </a:xfrm>
          <a:prstGeom prst="rect">
            <a:avLst/>
          </a:prstGeom>
          <a:solidFill>
            <a:srgbClr val="017674"/>
          </a:solidFill>
          <a:ln w="50800" cap="rnd" cmpd="thickThin" algn="ctr">
            <a:noFill/>
            <a:prstDash val="solid"/>
          </a:ln>
          <a:effectLst/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tângulo 26"/>
          <p:cNvSpPr/>
          <p:nvPr userDrawn="1"/>
        </p:nvSpPr>
        <p:spPr>
          <a:xfrm rot="10800000">
            <a:off x="8748464" y="6395789"/>
            <a:ext cx="395536" cy="88173"/>
          </a:xfrm>
          <a:prstGeom prst="rect">
            <a:avLst/>
          </a:prstGeom>
          <a:solidFill>
            <a:srgbClr val="017674">
              <a:alpha val="50000"/>
            </a:srgbClr>
          </a:solidFill>
          <a:ln w="50800" cap="rnd" cmpd="thickThin" algn="ctr">
            <a:noFill/>
            <a:prstDash val="solid"/>
          </a:ln>
          <a:effectLst/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pic>
        <p:nvPicPr>
          <p:cNvPr id="41" name="Picture 2" descr="C:\Users\maicon.lima\Google Drive\Marketing\Material\Logos- kademi e atheva\KADEMI VETORIZADO_estimule.png">
            <a:hlinkClick r:id="rId10"/>
          </p:cNvPr>
          <p:cNvPicPr>
            <a:picLocks noChangeAspect="1" noChangeArrowheads="1"/>
          </p:cNvPicPr>
          <p:nvPr userDrawn="1"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452321" y="6231181"/>
            <a:ext cx="1121373" cy="540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grilli@atheva.com.br" TargetMode="Externa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3.xml"/><Relationship Id="rId5" Type="http://schemas.openxmlformats.org/officeDocument/2006/relationships/image" Target="../media/image3.png"/><Relationship Id="rId4" Type="http://schemas.openxmlformats.org/officeDocument/2006/relationships/hyperlink" Target="http://www.atheva.com.br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defRPr/>
            </a:pPr>
            <a:r>
              <a:rPr lang="pt-BR" sz="2400" dirty="0" smtClean="0">
                <a:solidFill>
                  <a:schemeClr val="bg1">
                    <a:lumMod val="95000"/>
                  </a:schemeClr>
                </a:solidFill>
                <a:latin typeface="Arial Narrow" pitchFamily="34" charset="0"/>
                <a:cs typeface="Arial" charset="0"/>
              </a:rPr>
              <a:t>TESTE</a:t>
            </a:r>
          </a:p>
          <a:p>
            <a:pPr>
              <a:defRPr/>
            </a:pPr>
            <a:r>
              <a:rPr lang="pt-BR" sz="1800" b="1" dirty="0" smtClean="0">
                <a:solidFill>
                  <a:srgbClr val="FFC000"/>
                </a:solidFill>
                <a:latin typeface="Arial Narrow" pitchFamily="34" charset="0"/>
                <a:cs typeface="Arial" charset="0"/>
              </a:rPr>
              <a:t>Desenvolvedor web pleno</a:t>
            </a:r>
            <a:endParaRPr lang="pt-BR" sz="1800" b="1" dirty="0">
              <a:solidFill>
                <a:srgbClr val="FFC000"/>
              </a:solidFill>
              <a:latin typeface="Arial Narrow" pitchFamily="34" charset="0"/>
              <a:cs typeface="Arial" charset="0"/>
            </a:endParaRPr>
          </a:p>
        </p:txBody>
      </p:sp>
      <p:sp>
        <p:nvSpPr>
          <p:cNvPr id="6" name="Text Box 20"/>
          <p:cNvSpPr txBox="1">
            <a:spLocks noChangeArrowheads="1"/>
          </p:cNvSpPr>
          <p:nvPr/>
        </p:nvSpPr>
        <p:spPr bwMode="auto">
          <a:xfrm>
            <a:off x="5611813" y="736600"/>
            <a:ext cx="1947862" cy="254000"/>
          </a:xfrm>
          <a:prstGeom prst="rect">
            <a:avLst/>
          </a:prstGeom>
          <a:solidFill>
            <a:srgbClr val="FFFFFF">
              <a:lumMod val="85000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Verdana" pitchFamily="34" charset="0"/>
                <a:cs typeface="Verdana" pitchFamily="34" charset="0"/>
              </a:rPr>
              <a:t>Para maiores informações:</a:t>
            </a:r>
          </a:p>
        </p:txBody>
      </p:sp>
      <p:sp>
        <p:nvSpPr>
          <p:cNvPr id="9" name="Retângulo de cantos arredondados 8"/>
          <p:cNvSpPr/>
          <p:nvPr/>
        </p:nvSpPr>
        <p:spPr bwMode="auto">
          <a:xfrm>
            <a:off x="5436096" y="990600"/>
            <a:ext cx="3125787" cy="1070248"/>
          </a:xfrm>
          <a:prstGeom prst="roundRect">
            <a:avLst/>
          </a:prstGeom>
          <a:solidFill>
            <a:schemeClr val="accent1">
              <a:lumMod val="25000"/>
            </a:schemeClr>
          </a:solidFill>
          <a:ln w="571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endParaRPr lang="pt-BR" altLang="pt-BR" sz="1400" dirty="0" smtClean="0">
              <a:latin typeface="Arial Narrow" pitchFamily="34" charset="0"/>
            </a:endParaRPr>
          </a:p>
          <a:p>
            <a:pPr algn="ctr" eaLnBrk="1" hangingPunct="1">
              <a:defRPr/>
            </a:pPr>
            <a:r>
              <a:rPr lang="pt-BR" altLang="pt-BR" sz="1600" b="1" dirty="0" smtClean="0">
                <a:solidFill>
                  <a:srgbClr val="D9D9D9"/>
                </a:solidFill>
                <a:latin typeface="Arial Narrow" pitchFamily="34" charset="0"/>
              </a:rPr>
              <a:t>Bruno </a:t>
            </a:r>
            <a:r>
              <a:rPr lang="pt-BR" altLang="pt-BR" sz="1600" b="1" dirty="0" err="1" smtClean="0">
                <a:solidFill>
                  <a:srgbClr val="D9D9D9"/>
                </a:solidFill>
                <a:latin typeface="Arial Narrow" pitchFamily="34" charset="0"/>
              </a:rPr>
              <a:t>Ideguchi</a:t>
            </a:r>
            <a:endParaRPr lang="pt-BR" altLang="pt-BR" sz="1600" b="1" dirty="0" smtClean="0">
              <a:solidFill>
                <a:srgbClr val="D9D9D9"/>
              </a:solidFill>
              <a:latin typeface="Arial Narrow" pitchFamily="34" charset="0"/>
            </a:endParaRPr>
          </a:p>
          <a:p>
            <a:pPr algn="ctr" eaLnBrk="1" hangingPunct="1">
              <a:defRPr/>
            </a:pPr>
            <a:r>
              <a:rPr lang="pt-BR" altLang="pt-BR" sz="1400" dirty="0" smtClean="0">
                <a:solidFill>
                  <a:schemeClr val="accent1"/>
                </a:solidFill>
                <a:latin typeface="Arial Narrow" pitchFamily="34" charset="0"/>
                <a:hlinkClick r:id="rId2"/>
              </a:rPr>
              <a:t>bideguchi@atheva.com.br</a:t>
            </a:r>
            <a:endParaRPr lang="pt-BR" altLang="pt-BR" sz="1400" dirty="0" smtClean="0">
              <a:solidFill>
                <a:schemeClr val="accent1"/>
              </a:solidFill>
              <a:latin typeface="Arial Narrow" pitchFamily="34" charset="0"/>
            </a:endParaRPr>
          </a:p>
          <a:p>
            <a:pPr algn="ctr" eaLnBrk="1" hangingPunct="1">
              <a:defRPr/>
            </a:pPr>
            <a:r>
              <a:rPr lang="pt-BR" altLang="pt-BR" sz="1400" dirty="0" err="1" smtClean="0">
                <a:solidFill>
                  <a:srgbClr val="D9D9D9"/>
                </a:solidFill>
                <a:latin typeface="Arial Narrow" pitchFamily="34" charset="0"/>
              </a:rPr>
              <a:t>Tel</a:t>
            </a:r>
            <a:r>
              <a:rPr lang="pt-BR" altLang="pt-BR" sz="1400" dirty="0" smtClean="0">
                <a:solidFill>
                  <a:srgbClr val="D9D9D9"/>
                </a:solidFill>
                <a:latin typeface="Arial Narrow" pitchFamily="34" charset="0"/>
              </a:rPr>
              <a:t>:  (011) 3257.0664</a:t>
            </a:r>
          </a:p>
          <a:p>
            <a:pPr algn="ctr" eaLnBrk="1" hangingPunct="1">
              <a:defRPr/>
            </a:pPr>
            <a:endParaRPr lang="pt-BR" altLang="pt-BR" sz="1400" dirty="0" smtClean="0"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36017" y="2168928"/>
            <a:ext cx="5400079" cy="539992"/>
            <a:chOff x="0" y="620688"/>
            <a:chExt cx="5400079" cy="612000"/>
          </a:xfrm>
        </p:grpSpPr>
        <p:sp>
          <p:nvSpPr>
            <p:cNvPr id="3" name="Retângulo de cantos arredondados 2">
              <a:hlinkClick r:id="rId2" action="ppaction://hlinksldjump"/>
            </p:cNvPr>
            <p:cNvSpPr/>
            <p:nvPr/>
          </p:nvSpPr>
          <p:spPr bwMode="auto">
            <a:xfrm>
              <a:off x="611560" y="620688"/>
              <a:ext cx="4788519" cy="612000"/>
            </a:xfrm>
            <a:prstGeom prst="round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8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endParaRPr>
            </a:p>
          </p:txBody>
        </p:sp>
        <p:sp>
          <p:nvSpPr>
            <p:cNvPr id="4" name="Pentágono 3"/>
            <p:cNvSpPr/>
            <p:nvPr/>
          </p:nvSpPr>
          <p:spPr bwMode="auto">
            <a:xfrm>
              <a:off x="0" y="620688"/>
              <a:ext cx="1043608" cy="612000"/>
            </a:xfrm>
            <a:prstGeom prst="homePlat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8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endParaRPr>
            </a:p>
          </p:txBody>
        </p:sp>
      </p:grpSp>
      <p:sp>
        <p:nvSpPr>
          <p:cNvPr id="5" name="Espaço Reservado para Texto 73">
            <a:hlinkClick r:id="" action="ppaction://noaction"/>
          </p:cNvPr>
          <p:cNvSpPr txBox="1">
            <a:spLocks/>
          </p:cNvSpPr>
          <p:nvPr/>
        </p:nvSpPr>
        <p:spPr>
          <a:xfrm>
            <a:off x="1116012" y="2223024"/>
            <a:ext cx="4248075" cy="431800"/>
          </a:xfrm>
          <a:prstGeom prst="rect">
            <a:avLst/>
          </a:prstGeom>
        </p:spPr>
        <p:txBody>
          <a:bodyPr anchor="ctr" anchorCtr="0"/>
          <a:lstStyle>
            <a:lvl1pPr algn="l">
              <a:buNone/>
              <a:defRPr sz="2000" baseline="0">
                <a:latin typeface="+mj-lt"/>
              </a:defRPr>
            </a:lvl1pPr>
          </a:lstStyle>
          <a:p>
            <a:pPr marL="342900" indent="-342900">
              <a:spcBef>
                <a:spcPct val="20000"/>
              </a:spcBef>
            </a:pPr>
            <a:r>
              <a:rPr lang="pt-BR" b="1" kern="0" dirty="0" smtClean="0">
                <a:cs typeface="+mn-cs"/>
              </a:rPr>
              <a:t>Roteiro</a:t>
            </a:r>
          </a:p>
        </p:txBody>
      </p:sp>
      <p:grpSp>
        <p:nvGrpSpPr>
          <p:cNvPr id="6" name="Grupo 5"/>
          <p:cNvGrpSpPr/>
          <p:nvPr/>
        </p:nvGrpSpPr>
        <p:grpSpPr>
          <a:xfrm>
            <a:off x="5796137" y="651453"/>
            <a:ext cx="3347863" cy="5297827"/>
            <a:chOff x="164871" y="581709"/>
            <a:chExt cx="3091193" cy="4891661"/>
          </a:xfrm>
        </p:grpSpPr>
        <p:pic>
          <p:nvPicPr>
            <p:cNvPr id="7" name="Imagem 6" descr="imac.png"/>
            <p:cNvPicPr>
              <a:picLocks noChangeAspect="1"/>
            </p:cNvPicPr>
            <p:nvPr/>
          </p:nvPicPr>
          <p:blipFill>
            <a:blip r:embed="rId3" cstate="print"/>
            <a:srcRect r="45938"/>
            <a:stretch>
              <a:fillRect/>
            </a:stretch>
          </p:blipFill>
          <p:spPr>
            <a:xfrm>
              <a:off x="164871" y="581709"/>
              <a:ext cx="3091193" cy="4891661"/>
            </a:xfrm>
            <a:prstGeom prst="rect">
              <a:avLst/>
            </a:prstGeom>
          </p:spPr>
        </p:pic>
        <p:pic>
          <p:nvPicPr>
            <p:cNvPr id="8" name="Picture 2">
              <a:hlinkClick r:id="rId4"/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 l="150" r="45208" b="2384"/>
            <a:stretch>
              <a:fillRect/>
            </a:stretch>
          </p:blipFill>
          <p:spPr bwMode="auto">
            <a:xfrm>
              <a:off x="305780" y="764703"/>
              <a:ext cx="2950284" cy="297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9" name="Grupo 8"/>
          <p:cNvGrpSpPr/>
          <p:nvPr/>
        </p:nvGrpSpPr>
        <p:grpSpPr>
          <a:xfrm>
            <a:off x="36017" y="1448848"/>
            <a:ext cx="5400079" cy="539992"/>
            <a:chOff x="0" y="620688"/>
            <a:chExt cx="5400079" cy="612000"/>
          </a:xfrm>
        </p:grpSpPr>
        <p:sp>
          <p:nvSpPr>
            <p:cNvPr id="10" name="Retângulo de cantos arredondados 9"/>
            <p:cNvSpPr/>
            <p:nvPr/>
          </p:nvSpPr>
          <p:spPr bwMode="auto">
            <a:xfrm>
              <a:off x="611560" y="620688"/>
              <a:ext cx="4788519" cy="612000"/>
            </a:xfrm>
            <a:prstGeom prst="round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8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endParaRPr>
            </a:p>
          </p:txBody>
        </p:sp>
        <p:sp>
          <p:nvSpPr>
            <p:cNvPr id="11" name="Pentágono 10"/>
            <p:cNvSpPr/>
            <p:nvPr/>
          </p:nvSpPr>
          <p:spPr bwMode="auto">
            <a:xfrm>
              <a:off x="0" y="620688"/>
              <a:ext cx="1043608" cy="612000"/>
            </a:xfrm>
            <a:prstGeom prst="homePlat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28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endParaRPr>
            </a:p>
          </p:txBody>
        </p:sp>
      </p:grpSp>
      <p:sp>
        <p:nvSpPr>
          <p:cNvPr id="12" name="Arredondar Retângulo em um Canto Único 11"/>
          <p:cNvSpPr/>
          <p:nvPr/>
        </p:nvSpPr>
        <p:spPr bwMode="auto">
          <a:xfrm>
            <a:off x="0" y="260648"/>
            <a:ext cx="3019913" cy="216024"/>
          </a:xfrm>
          <a:prstGeom prst="round1Rect">
            <a:avLst>
              <a:gd name="adj" fmla="val 50000"/>
            </a:avLst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800" b="1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</a:endParaRPr>
          </a:p>
        </p:txBody>
      </p:sp>
      <p:sp>
        <p:nvSpPr>
          <p:cNvPr id="13" name="Espaço Reservado para Texto 2"/>
          <p:cNvSpPr txBox="1">
            <a:spLocks/>
          </p:cNvSpPr>
          <p:nvPr/>
        </p:nvSpPr>
        <p:spPr>
          <a:xfrm>
            <a:off x="0" y="404664"/>
            <a:ext cx="5508104" cy="576064"/>
          </a:xfrm>
          <a:prstGeom prst="round1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endParaRPr lang="pt-BR" sz="1100" b="1" dirty="0" smtClean="0">
              <a:latin typeface="Trebuchet MS" pitchFamily="34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2483768" y="476672"/>
            <a:ext cx="3024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Menu de navegação</a:t>
            </a:r>
            <a:endParaRPr lang="pt-BR" dirty="0"/>
          </a:p>
        </p:txBody>
      </p:sp>
      <p:sp>
        <p:nvSpPr>
          <p:cNvPr id="15" name="CaixaDeTexto 14"/>
          <p:cNvSpPr txBox="1"/>
          <p:nvPr/>
        </p:nvSpPr>
        <p:spPr>
          <a:xfrm>
            <a:off x="6804249" y="4221089"/>
            <a:ext cx="24195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i="1" dirty="0" smtClean="0"/>
              <a:t>Clique na</a:t>
            </a:r>
            <a:r>
              <a:rPr lang="pt-BR" sz="900" b="1" i="1" baseline="0" dirty="0" smtClean="0"/>
              <a:t> imagem e acesse nosso site.</a:t>
            </a:r>
            <a:endParaRPr lang="pt-BR" sz="900" b="1" i="1" dirty="0"/>
          </a:p>
        </p:txBody>
      </p:sp>
      <p:sp>
        <p:nvSpPr>
          <p:cNvPr id="16" name="Espaço Reservado para Texto 73">
            <a:hlinkClick r:id="rId6" action="ppaction://hlinksldjump"/>
          </p:cNvPr>
          <p:cNvSpPr txBox="1">
            <a:spLocks/>
          </p:cNvSpPr>
          <p:nvPr/>
        </p:nvSpPr>
        <p:spPr>
          <a:xfrm>
            <a:off x="1116012" y="1502944"/>
            <a:ext cx="4248075" cy="431800"/>
          </a:xfrm>
          <a:prstGeom prst="rect">
            <a:avLst/>
          </a:prstGeom>
        </p:spPr>
        <p:txBody>
          <a:bodyPr anchor="ctr" anchorCtr="0"/>
          <a:lstStyle>
            <a:lvl1pPr algn="l">
              <a:buNone/>
              <a:defRPr sz="2000" baseline="0">
                <a:latin typeface="+mj-lt"/>
              </a:defRPr>
            </a:lvl1pPr>
          </a:lstStyle>
          <a:p>
            <a:pPr marL="342900" indent="-342900">
              <a:spcBef>
                <a:spcPct val="20000"/>
              </a:spcBef>
            </a:pPr>
            <a:r>
              <a:rPr lang="pt-BR" b="1" kern="0" dirty="0" smtClean="0">
                <a:cs typeface="+mn-cs"/>
              </a:rPr>
              <a:t>Resumo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pt-BR" altLang="pt-BR" sz="3600" dirty="0" smtClean="0"/>
              <a:t>Resumo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1400" dirty="0" smtClean="0">
                <a:latin typeface="Calibri" pitchFamily="34" charset="0"/>
              </a:rPr>
              <a:t>TESTE – Desenvolvedor web pleno</a:t>
            </a:r>
            <a:endParaRPr lang="pt-BR" sz="1400" dirty="0">
              <a:latin typeface="Calibri" pitchFamily="34" charset="0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sz="2400" dirty="0" smtClean="0"/>
              <a:t>Resumo</a:t>
            </a:r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785786" y="1357298"/>
            <a:ext cx="764386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Instruções gerais</a:t>
            </a:r>
          </a:p>
          <a:p>
            <a:endParaRPr lang="pt-BR" dirty="0" smtClean="0"/>
          </a:p>
          <a:p>
            <a:r>
              <a:rPr lang="pt-BR" b="1" dirty="0" smtClean="0">
                <a:solidFill>
                  <a:srgbClr val="CC6600"/>
                </a:solidFill>
              </a:rPr>
              <a:t>Tempo:</a:t>
            </a:r>
          </a:p>
          <a:p>
            <a:r>
              <a:rPr lang="pt-BR" dirty="0" smtClean="0"/>
              <a:t>Você terá </a:t>
            </a:r>
            <a:r>
              <a:rPr lang="pt-BR" dirty="0" smtClean="0"/>
              <a:t>01:30 de tempo limite para </a:t>
            </a:r>
            <a:r>
              <a:rPr lang="pt-BR" dirty="0" smtClean="0"/>
              <a:t>completar o teste. Ao completar, informar o responsável pela aplicação do mesmo.</a:t>
            </a:r>
          </a:p>
          <a:p>
            <a:endParaRPr lang="pt-BR" dirty="0" smtClean="0"/>
          </a:p>
          <a:p>
            <a:r>
              <a:rPr lang="pt-BR" b="1" dirty="0" smtClean="0">
                <a:solidFill>
                  <a:srgbClr val="CC6600"/>
                </a:solidFill>
              </a:rPr>
              <a:t>Internet:</a:t>
            </a:r>
          </a:p>
          <a:p>
            <a:r>
              <a:rPr lang="pt-BR" dirty="0" smtClean="0"/>
              <a:t>O uso da internet é livre para consulta.</a:t>
            </a:r>
          </a:p>
          <a:p>
            <a:endParaRPr lang="pt-BR" dirty="0" smtClean="0"/>
          </a:p>
          <a:p>
            <a:r>
              <a:rPr lang="pt-BR" b="1" dirty="0" smtClean="0">
                <a:solidFill>
                  <a:srgbClr val="CC6600"/>
                </a:solidFill>
              </a:rPr>
              <a:t>Critérios:</a:t>
            </a:r>
          </a:p>
          <a:p>
            <a:r>
              <a:rPr lang="pt-BR" dirty="0" smtClean="0"/>
              <a:t>Serão avaliados neste teste:</a:t>
            </a:r>
          </a:p>
          <a:p>
            <a:pPr lvl="1">
              <a:buFont typeface="Arial" pitchFamily="34" charset="0"/>
              <a:buChar char="•"/>
            </a:pPr>
            <a:r>
              <a:rPr lang="pt-BR" sz="1600" dirty="0" smtClean="0"/>
              <a:t> Organização do código</a:t>
            </a:r>
          </a:p>
          <a:p>
            <a:pPr lvl="1">
              <a:buFont typeface="Arial" pitchFamily="34" charset="0"/>
              <a:buChar char="•"/>
            </a:pPr>
            <a:r>
              <a:rPr lang="pt-BR" sz="1600" dirty="0" smtClean="0"/>
              <a:t> Raciocínio utilizado</a:t>
            </a:r>
          </a:p>
          <a:p>
            <a:pPr lvl="1">
              <a:buFont typeface="Arial" pitchFamily="34" charset="0"/>
              <a:buChar char="•"/>
            </a:pPr>
            <a:r>
              <a:rPr lang="pt-BR" sz="1600" dirty="0" smtClean="0"/>
              <a:t> Performance do jogo em </a:t>
            </a:r>
            <a:r>
              <a:rPr lang="pt-BR" sz="1600" dirty="0" err="1" smtClean="0"/>
              <a:t>google</a:t>
            </a:r>
            <a:r>
              <a:rPr lang="pt-BR" sz="1600" dirty="0" smtClean="0"/>
              <a:t> </a:t>
            </a:r>
            <a:r>
              <a:rPr lang="pt-BR" sz="1600" dirty="0" err="1" smtClean="0"/>
              <a:t>chrome</a:t>
            </a:r>
            <a:r>
              <a:rPr lang="pt-BR" sz="1600" dirty="0" smtClean="0"/>
              <a:t>, </a:t>
            </a:r>
            <a:r>
              <a:rPr lang="pt-BR" sz="1600" dirty="0" err="1" smtClean="0"/>
              <a:t>chrome</a:t>
            </a:r>
            <a:r>
              <a:rPr lang="pt-BR" sz="1600" dirty="0" smtClean="0"/>
              <a:t> do </a:t>
            </a:r>
            <a:r>
              <a:rPr lang="pt-BR" sz="1600" dirty="0" err="1" smtClean="0"/>
              <a:t>android</a:t>
            </a:r>
            <a:r>
              <a:rPr lang="pt-BR" sz="1600" dirty="0" smtClean="0"/>
              <a:t> e </a:t>
            </a:r>
            <a:r>
              <a:rPr lang="pt-BR" sz="1600" dirty="0" err="1" smtClean="0"/>
              <a:t>safari</a:t>
            </a:r>
            <a:r>
              <a:rPr lang="pt-BR" sz="1600" dirty="0" smtClean="0"/>
              <a:t> no </a:t>
            </a:r>
            <a:r>
              <a:rPr lang="pt-BR" sz="1600" dirty="0" err="1" smtClean="0"/>
              <a:t>iOS</a:t>
            </a:r>
            <a:endParaRPr lang="pt-BR" sz="1600" dirty="0" smtClean="0"/>
          </a:p>
          <a:p>
            <a:pPr lvl="1">
              <a:buFont typeface="Arial" pitchFamily="34" charset="0"/>
              <a:buChar char="•"/>
            </a:pPr>
            <a:r>
              <a:rPr lang="pt-BR" sz="1600" dirty="0" smtClean="0"/>
              <a:t> Adequação ao roteiro e a arte</a:t>
            </a:r>
          </a:p>
          <a:p>
            <a:pPr lvl="1">
              <a:buFont typeface="Arial" pitchFamily="34" charset="0"/>
              <a:buChar char="•"/>
            </a:pPr>
            <a:r>
              <a:rPr lang="pt-BR" sz="1600" dirty="0" smtClean="0"/>
              <a:t> Controle do tempo</a:t>
            </a:r>
          </a:p>
          <a:p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1400" dirty="0" smtClean="0">
                <a:latin typeface="Calibri" pitchFamily="34" charset="0"/>
              </a:rPr>
              <a:t>TESTE – Desenvolvedor web pleno</a:t>
            </a:r>
            <a:endParaRPr lang="pt-BR" sz="1400" dirty="0">
              <a:latin typeface="Calibri" pitchFamily="34" charset="0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sz="2400" dirty="0" smtClean="0"/>
              <a:t>Resumo</a:t>
            </a:r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785786" y="1357298"/>
            <a:ext cx="764386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err="1" smtClean="0"/>
              <a:t>Briefing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Para este teste você deverá criar um jogo de perguntas no estilo “</a:t>
            </a:r>
            <a:r>
              <a:rPr lang="pt-BR" dirty="0" err="1" smtClean="0"/>
              <a:t>quiz</a:t>
            </a:r>
            <a:r>
              <a:rPr lang="pt-BR" dirty="0" smtClean="0"/>
              <a:t>” com 3 perguntas, cada uma com 4 alternativas, utilizando os </a:t>
            </a:r>
            <a:r>
              <a:rPr lang="pt-BR" dirty="0" err="1" smtClean="0"/>
              <a:t>assets</a:t>
            </a:r>
            <a:r>
              <a:rPr lang="pt-BR" dirty="0" smtClean="0"/>
              <a:t> fornecidos no </a:t>
            </a:r>
            <a:r>
              <a:rPr lang="pt-BR" dirty="0" err="1" smtClean="0"/>
              <a:t>Git</a:t>
            </a:r>
            <a:r>
              <a:rPr lang="pt-BR" dirty="0" smtClean="0"/>
              <a:t>. </a:t>
            </a:r>
          </a:p>
          <a:p>
            <a:endParaRPr lang="pt-BR" dirty="0" smtClean="0"/>
          </a:p>
          <a:p>
            <a:r>
              <a:rPr lang="pt-BR" dirty="0" smtClean="0"/>
              <a:t>Ao selecionar a alternativa correta o jogo permite avançar para a próxima pergunta, e ao selecionar uma alternativa errada o jogo fornece um feedback de erro e deixa tentar novamente. Ao finalizar, o jogador recebe uma tela de feedback positivo com um botão para jogar novamente</a:t>
            </a:r>
          </a:p>
          <a:p>
            <a:endParaRPr lang="pt-BR" dirty="0" smtClean="0"/>
          </a:p>
          <a:p>
            <a:r>
              <a:rPr lang="pt-BR" dirty="0" smtClean="0"/>
              <a:t>O jogo deverá ter um contador de tempo limite de 60 segundos para responder o </a:t>
            </a:r>
            <a:r>
              <a:rPr lang="pt-BR" dirty="0" err="1" smtClean="0"/>
              <a:t>quiz</a:t>
            </a:r>
            <a:r>
              <a:rPr lang="pt-BR" dirty="0" smtClean="0"/>
              <a:t> inteiro. Se o tempo acabar antes do jogador responder todas as perguntas, deverá ser exibida a tela de </a:t>
            </a:r>
            <a:r>
              <a:rPr lang="pt-BR" dirty="0" smtClean="0"/>
              <a:t>conclusão negativa </a:t>
            </a:r>
            <a:r>
              <a:rPr lang="pt-BR" dirty="0" smtClean="0"/>
              <a:t>com a pontuação do aluno e um botão para tentar novamente.</a:t>
            </a:r>
          </a:p>
          <a:p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pt-BR" altLang="pt-BR" sz="3600" dirty="0" smtClean="0"/>
              <a:t>Roteiro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1400" dirty="0" smtClean="0">
                <a:latin typeface="Calibri" pitchFamily="34" charset="0"/>
              </a:rPr>
              <a:t>Customização visual V2</a:t>
            </a:r>
            <a:endParaRPr lang="pt-BR" sz="1400" dirty="0">
              <a:latin typeface="Calibri" pitchFamily="34" charset="0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sz="2400" dirty="0" smtClean="0"/>
              <a:t>Roteiro</a:t>
            </a:r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785786" y="1357298"/>
            <a:ext cx="76438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Início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Clone </a:t>
            </a:r>
            <a:r>
              <a:rPr lang="pt-BR" dirty="0" smtClean="0"/>
              <a:t>o seu </a:t>
            </a:r>
            <a:r>
              <a:rPr lang="pt-BR" dirty="0" smtClean="0"/>
              <a:t>repositório, crie um </a:t>
            </a:r>
            <a:r>
              <a:rPr lang="pt-BR" dirty="0" err="1" smtClean="0"/>
              <a:t>branch</a:t>
            </a:r>
            <a:r>
              <a:rPr lang="pt-BR" dirty="0" smtClean="0"/>
              <a:t> com seu nome </a:t>
            </a:r>
            <a:r>
              <a:rPr lang="pt-BR" dirty="0" smtClean="0"/>
              <a:t>e </a:t>
            </a:r>
            <a:r>
              <a:rPr lang="pt-BR" dirty="0" smtClean="0"/>
              <a:t>então utilize os </a:t>
            </a:r>
            <a:r>
              <a:rPr lang="pt-BR" dirty="0" smtClean="0"/>
              <a:t>arquivos para execução do teste a partir do caminho abaixo:</a:t>
            </a:r>
          </a:p>
          <a:p>
            <a:endParaRPr lang="pt-BR" dirty="0" smtClean="0"/>
          </a:p>
          <a:p>
            <a:r>
              <a:rPr lang="pt-BR" i="1" dirty="0" smtClean="0">
                <a:solidFill>
                  <a:srgbClr val="FF0000"/>
                </a:solidFill>
              </a:rPr>
              <a:t>Fornecer caminho</a:t>
            </a:r>
          </a:p>
        </p:txBody>
      </p:sp>
    </p:spTree>
    <p:extLst>
      <p:ext uri="{BB962C8B-B14F-4D97-AF65-F5344CB8AC3E}">
        <p14:creationId xmlns="" xmlns:p14="http://schemas.microsoft.com/office/powerpoint/2010/main" val="4198448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1400" dirty="0" smtClean="0">
                <a:latin typeface="Calibri" pitchFamily="34" charset="0"/>
              </a:rPr>
              <a:t>Customização visual V2</a:t>
            </a:r>
            <a:endParaRPr lang="pt-BR" sz="1400" dirty="0">
              <a:latin typeface="Calibri" pitchFamily="34" charset="0"/>
            </a:endParaRPr>
          </a:p>
        </p:txBody>
      </p:sp>
      <p:sp>
        <p:nvSpPr>
          <p:cNvPr id="8" name="Espaço Reservado para Texto 2"/>
          <p:cNvSpPr>
            <a:spLocks noGrp="1"/>
          </p:cNvSpPr>
          <p:nvPr>
            <p:ph type="body" sz="quarter" idx="15"/>
          </p:nvPr>
        </p:nvSpPr>
        <p:spPr>
          <a:xfrm>
            <a:off x="395288" y="422696"/>
            <a:ext cx="6408737" cy="540000"/>
          </a:xfrm>
        </p:spPr>
        <p:txBody>
          <a:bodyPr/>
          <a:lstStyle/>
          <a:p>
            <a:r>
              <a:rPr lang="pt-BR" sz="2400" dirty="0" smtClean="0"/>
              <a:t>Roteiro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 bwMode="auto">
          <a:xfrm>
            <a:off x="1142976" y="3571876"/>
            <a:ext cx="1428760" cy="102870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4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rPr>
              <a:t>Capa</a:t>
            </a:r>
          </a:p>
        </p:txBody>
      </p:sp>
      <p:sp>
        <p:nvSpPr>
          <p:cNvPr id="12" name="Retângulo 11"/>
          <p:cNvSpPr/>
          <p:nvPr/>
        </p:nvSpPr>
        <p:spPr bwMode="auto">
          <a:xfrm>
            <a:off x="2928926" y="3571876"/>
            <a:ext cx="1428760" cy="102870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4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rPr>
              <a:t>Instruções</a:t>
            </a:r>
          </a:p>
        </p:txBody>
      </p:sp>
      <p:cxnSp>
        <p:nvCxnSpPr>
          <p:cNvPr id="14" name="Conector de seta reta 13"/>
          <p:cNvCxnSpPr>
            <a:stCxn id="9" idx="3"/>
            <a:endCxn id="12" idx="1"/>
          </p:cNvCxnSpPr>
          <p:nvPr/>
        </p:nvCxnSpPr>
        <p:spPr bwMode="auto">
          <a:xfrm>
            <a:off x="2571736" y="4086230"/>
            <a:ext cx="357190" cy="1588"/>
          </a:xfrm>
          <a:prstGeom prst="straightConnector1">
            <a:avLst/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5" name="Retângulo 14"/>
          <p:cNvSpPr/>
          <p:nvPr/>
        </p:nvSpPr>
        <p:spPr bwMode="auto">
          <a:xfrm>
            <a:off x="4714876" y="3571876"/>
            <a:ext cx="1428760" cy="102870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4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rPr>
              <a:t>Perguntas</a:t>
            </a:r>
          </a:p>
        </p:txBody>
      </p:sp>
      <p:cxnSp>
        <p:nvCxnSpPr>
          <p:cNvPr id="16" name="Conector de seta reta 15"/>
          <p:cNvCxnSpPr>
            <a:endCxn id="15" idx="1"/>
          </p:cNvCxnSpPr>
          <p:nvPr/>
        </p:nvCxnSpPr>
        <p:spPr bwMode="auto">
          <a:xfrm>
            <a:off x="4357686" y="4086230"/>
            <a:ext cx="357190" cy="1588"/>
          </a:xfrm>
          <a:prstGeom prst="straightConnector1">
            <a:avLst/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Retângulo 16"/>
          <p:cNvSpPr/>
          <p:nvPr/>
        </p:nvSpPr>
        <p:spPr bwMode="auto">
          <a:xfrm>
            <a:off x="6500826" y="3571876"/>
            <a:ext cx="1428760" cy="102870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4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rPr>
              <a:t>Conclusão positiva (respondeu tudo)</a:t>
            </a:r>
          </a:p>
        </p:txBody>
      </p:sp>
      <p:cxnSp>
        <p:nvCxnSpPr>
          <p:cNvPr id="18" name="Conector de seta reta 17"/>
          <p:cNvCxnSpPr>
            <a:endCxn id="17" idx="1"/>
          </p:cNvCxnSpPr>
          <p:nvPr/>
        </p:nvCxnSpPr>
        <p:spPr bwMode="auto">
          <a:xfrm>
            <a:off x="6143636" y="4086230"/>
            <a:ext cx="357190" cy="1588"/>
          </a:xfrm>
          <a:prstGeom prst="straightConnector1">
            <a:avLst/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Forma 19"/>
          <p:cNvCxnSpPr>
            <a:stCxn id="17" idx="3"/>
            <a:endCxn id="9" idx="2"/>
          </p:cNvCxnSpPr>
          <p:nvPr/>
        </p:nvCxnSpPr>
        <p:spPr bwMode="auto">
          <a:xfrm flipH="1">
            <a:off x="1857356" y="4086230"/>
            <a:ext cx="6072230" cy="514353"/>
          </a:xfrm>
          <a:prstGeom prst="bentConnector4">
            <a:avLst>
              <a:gd name="adj1" fmla="val -3765"/>
              <a:gd name="adj2" fmla="val 144444"/>
            </a:avLst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Retângulo 23"/>
          <p:cNvSpPr/>
          <p:nvPr/>
        </p:nvSpPr>
        <p:spPr bwMode="auto">
          <a:xfrm>
            <a:off x="6500826" y="2357430"/>
            <a:ext cx="1428760" cy="102870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4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rebuchet MS" pitchFamily="34" charset="0"/>
              </a:rPr>
              <a:t>Conclusão negativa (acabou o tempo)</a:t>
            </a:r>
          </a:p>
        </p:txBody>
      </p:sp>
      <p:cxnSp>
        <p:nvCxnSpPr>
          <p:cNvPr id="27" name="Forma 26"/>
          <p:cNvCxnSpPr>
            <a:stCxn id="24" idx="3"/>
            <a:endCxn id="9" idx="2"/>
          </p:cNvCxnSpPr>
          <p:nvPr/>
        </p:nvCxnSpPr>
        <p:spPr bwMode="auto">
          <a:xfrm flipH="1">
            <a:off x="1857356" y="2871784"/>
            <a:ext cx="6072230" cy="1728799"/>
          </a:xfrm>
          <a:prstGeom prst="bentConnector4">
            <a:avLst>
              <a:gd name="adj1" fmla="val -3765"/>
              <a:gd name="adj2" fmla="val 113223"/>
            </a:avLst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Conector angulado 32"/>
          <p:cNvCxnSpPr>
            <a:stCxn id="15" idx="3"/>
            <a:endCxn id="24" idx="1"/>
          </p:cNvCxnSpPr>
          <p:nvPr/>
        </p:nvCxnSpPr>
        <p:spPr bwMode="auto">
          <a:xfrm flipV="1">
            <a:off x="6143636" y="2871784"/>
            <a:ext cx="357190" cy="1214446"/>
          </a:xfrm>
          <a:prstGeom prst="bentConnector3">
            <a:avLst>
              <a:gd name="adj1" fmla="val 50000"/>
            </a:avLst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5" name="CaixaDeTexto 34"/>
          <p:cNvSpPr txBox="1"/>
          <p:nvPr/>
        </p:nvSpPr>
        <p:spPr>
          <a:xfrm>
            <a:off x="785786" y="1357298"/>
            <a:ext cx="7643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Fluxo de telas</a:t>
            </a:r>
            <a:endParaRPr lang="pt-BR" dirty="0" smtClean="0"/>
          </a:p>
        </p:txBody>
      </p:sp>
    </p:spTree>
    <p:extLst>
      <p:ext uri="{BB962C8B-B14F-4D97-AF65-F5344CB8AC3E}">
        <p14:creationId xmlns="" xmlns:p14="http://schemas.microsoft.com/office/powerpoint/2010/main" val="4198448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1400" dirty="0" smtClean="0">
                <a:latin typeface="Calibri" pitchFamily="34" charset="0"/>
              </a:rPr>
              <a:t>Customização visual V2</a:t>
            </a:r>
            <a:endParaRPr lang="pt-BR" sz="1400" dirty="0">
              <a:latin typeface="Calibri" pitchFamily="34" charset="0"/>
            </a:endParaRP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sz="2400" dirty="0" smtClean="0"/>
              <a:t>Roteiro</a:t>
            </a:r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785786" y="1357298"/>
            <a:ext cx="76438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Final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Ao acabar o teste, dê um </a:t>
            </a:r>
            <a:r>
              <a:rPr lang="pt-BR" dirty="0" err="1" smtClean="0"/>
              <a:t>commit</a:t>
            </a:r>
            <a:r>
              <a:rPr lang="pt-BR" dirty="0" smtClean="0"/>
              <a:t> com uma mensagem informando a finalização e em seguida dê um </a:t>
            </a:r>
            <a:r>
              <a:rPr lang="pt-BR" dirty="0" err="1" smtClean="0"/>
              <a:t>push</a:t>
            </a:r>
            <a:r>
              <a:rPr lang="pt-BR" dirty="0" smtClean="0"/>
              <a:t> no seu </a:t>
            </a:r>
            <a:r>
              <a:rPr lang="pt-BR" dirty="0" err="1" smtClean="0"/>
              <a:t>branch</a:t>
            </a:r>
            <a:r>
              <a:rPr lang="pt-BR" dirty="0" smtClean="0"/>
              <a:t>.</a:t>
            </a:r>
            <a:endParaRPr lang="pt-BR" dirty="0" smtClean="0"/>
          </a:p>
        </p:txBody>
      </p:sp>
    </p:spTree>
    <p:extLst>
      <p:ext uri="{BB962C8B-B14F-4D97-AF65-F5344CB8AC3E}">
        <p14:creationId xmlns="" xmlns:p14="http://schemas.microsoft.com/office/powerpoint/2010/main" val="4198448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785786" y="2786058"/>
            <a:ext cx="7643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Boa sorte!</a:t>
            </a:r>
            <a:endParaRPr lang="pt-BR" sz="3600" i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49053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eg"/></Relationships>
</file>

<file path=ppt/theme/theme1.xml><?xml version="1.0" encoding="utf-8"?>
<a:theme xmlns:a="http://schemas.openxmlformats.org/drawingml/2006/main" name="Atheva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ersonalizada 1">
      <a:majorFont>
        <a:latin typeface="Trebuchet MS"/>
        <a:ea typeface=""/>
        <a:cs typeface=""/>
      </a:majorFont>
      <a:minorFont>
        <a:latin typeface="Georgi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C000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800" b="1" i="0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200" b="1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Personalizada 2">
      <a:majorFont>
        <a:latin typeface="Trebuchet MS"/>
        <a:ea typeface=""/>
        <a:cs typeface=""/>
      </a:majorFont>
      <a:minorFont>
        <a:latin typeface="Georgia"/>
        <a:ea typeface=""/>
        <a:cs typeface="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10365</TotalTime>
  <Words>341</Words>
  <Application>Microsoft Office PowerPoint</Application>
  <PresentationFormat>Apresentação na tela (4:3)</PresentationFormat>
  <Paragraphs>60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10</vt:i4>
      </vt:variant>
    </vt:vector>
  </HeadingPairs>
  <TitlesOfParts>
    <vt:vector size="12" baseType="lpstr">
      <vt:lpstr>Atheva</vt:lpstr>
      <vt:lpstr>Urbano</vt:lpstr>
      <vt:lpstr>Slide 1</vt:lpstr>
      <vt:lpstr>Slide 2</vt:lpstr>
      <vt:lpstr>Resumo</vt:lpstr>
      <vt:lpstr>Slide 4</vt:lpstr>
      <vt:lpstr>Slide 5</vt:lpstr>
      <vt:lpstr>Roteiro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Richard</dc:creator>
  <cp:lastModifiedBy>Bruno</cp:lastModifiedBy>
  <cp:revision>670</cp:revision>
  <dcterms:created xsi:type="dcterms:W3CDTF">2010-07-23T21:54:38Z</dcterms:created>
  <dcterms:modified xsi:type="dcterms:W3CDTF">2015-04-07T00:01:22Z</dcterms:modified>
</cp:coreProperties>
</file>